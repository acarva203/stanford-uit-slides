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 id="2147483689" r:id="rId2"/>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9144000" cy="5143500" type="screen16x9"/>
  <p:notesSz cx="6858000" cy="9144000"/>
  <p:embeddedFontLst>
    <p:embeddedFont>
      <p:font typeface="Barlow Semi Condensed" panose="020F0502020204030204" pitchFamily="34" charset="0"/>
      <p:regular r:id="rId20"/>
      <p:bold r:id="rId21"/>
      <p:italic r:id="rId22"/>
      <p:boldItalic r:id="rId23"/>
    </p:embeddedFont>
    <p:embeddedFont>
      <p:font typeface="Comfortaa" pitchFamily="2" charset="0"/>
      <p:regular r:id="rId24"/>
      <p:bold r:id="rId25"/>
    </p:embeddedFont>
    <p:embeddedFont>
      <p:font typeface="Georgia" panose="02040502050405020303" pitchFamily="18" charset="0"/>
      <p:regular r:id="rId26"/>
      <p:bold r:id="rId27"/>
      <p:italic r:id="rId28"/>
      <p:boldItalic r:id="rId29"/>
    </p:embeddedFont>
    <p:embeddedFont>
      <p:font typeface="Roboto Black" panose="02000000000000000000" pitchFamily="2" charset="0"/>
      <p:bold r:id="rId30"/>
      <p:italic r:id="rId31"/>
      <p:boldItalic r:id="rId32"/>
    </p:embeddedFont>
    <p:embeddedFont>
      <p:font typeface="Source Sans Pro" panose="020B0503030403020204" pitchFamily="3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snapToGrid="0">
      <p:cViewPr varScale="1">
        <p:scale>
          <a:sx n="196" d="100"/>
          <a:sy n="196" d="100"/>
        </p:scale>
        <p:origin x="19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6c7b671f6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6c7b671f6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67dfd2f9e1_1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67dfd2f9e1_1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67dfd2f9e1_1_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67dfd2f9e1_1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6c7b671f60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26c7b671f60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67dfd2f9e1_1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67dfd2f9e1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6d1df5d8db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6d1df5d8db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6c7b671f60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6c7b671f60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6c7b671f60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6c7b671f60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6c7b671f60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6c7b671f60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2c66ddc9b5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2c66ddc9b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c66ddc9b57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g2c66ddc9b57_0_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67dfd2f9e1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367dfd2f9e1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2c66ddc9b57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2c66ddc9b57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2c66ddc9b57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2c66ddc9b57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367dfd2f9e1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367dfd2f9e1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2c66ddc9b57_2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9" name="Google Shape;589;g2c66ddc9b57_2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xt only">
  <p:cSld name="Title Slide txt only">
    <p:bg>
      <p:bgPr>
        <a:solidFill>
          <a:schemeClr val="dk1"/>
        </a:solidFill>
        <a:effectLst/>
      </p:bgPr>
    </p:bg>
    <p:spTree>
      <p:nvGrpSpPr>
        <p:cNvPr id="1" name="Shape 9"/>
        <p:cNvGrpSpPr/>
        <p:nvPr/>
      </p:nvGrpSpPr>
      <p:grpSpPr>
        <a:xfrm>
          <a:off x="0" y="0"/>
          <a:ext cx="0" cy="0"/>
          <a:chOff x="0" y="0"/>
          <a:chExt cx="0" cy="0"/>
        </a:xfrm>
      </p:grpSpPr>
      <p:pic>
        <p:nvPicPr>
          <p:cNvPr id="10" name="Google Shape;10;p2" descr="Background pattern&#10;&#10;Description automatically generated"/>
          <p:cNvPicPr preferRelativeResize="0"/>
          <p:nvPr/>
        </p:nvPicPr>
        <p:blipFill rotWithShape="1">
          <a:blip r:embed="rId2">
            <a:alphaModFix/>
          </a:blip>
          <a:srcRect/>
          <a:stretch/>
        </p:blipFill>
        <p:spPr>
          <a:xfrm>
            <a:off x="0" y="0"/>
            <a:ext cx="2893735" cy="5143500"/>
          </a:xfrm>
          <a:prstGeom prst="rect">
            <a:avLst/>
          </a:prstGeom>
          <a:noFill/>
          <a:ln>
            <a:noFill/>
          </a:ln>
        </p:spPr>
      </p:pic>
      <p:sp>
        <p:nvSpPr>
          <p:cNvPr id="11" name="Google Shape;11;p2"/>
          <p:cNvSpPr txBox="1">
            <a:spLocks noGrp="1"/>
          </p:cNvSpPr>
          <p:nvPr>
            <p:ph type="ctrTitle"/>
          </p:nvPr>
        </p:nvSpPr>
        <p:spPr>
          <a:xfrm>
            <a:off x="1363132" y="1760220"/>
            <a:ext cx="7479900" cy="1264800"/>
          </a:xfrm>
          <a:prstGeom prst="rect">
            <a:avLst/>
          </a:prstGeom>
          <a:noFill/>
          <a:ln>
            <a:noFill/>
          </a:ln>
        </p:spPr>
        <p:txBody>
          <a:bodyPr spcFirstLastPara="1" wrap="square" lIns="0" tIns="45700" rIns="0" bIns="45700" anchor="t" anchorCtr="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 name="Google Shape;12;p2"/>
          <p:cNvSpPr txBox="1">
            <a:spLocks noGrp="1"/>
          </p:cNvSpPr>
          <p:nvPr>
            <p:ph type="subTitle" idx="1"/>
          </p:nvPr>
        </p:nvSpPr>
        <p:spPr>
          <a:xfrm>
            <a:off x="3688080" y="3048002"/>
            <a:ext cx="3935400" cy="1079100"/>
          </a:xfrm>
          <a:prstGeom prst="rect">
            <a:avLst/>
          </a:prstGeom>
          <a:noFill/>
          <a:ln>
            <a:noFill/>
          </a:ln>
        </p:spPr>
        <p:txBody>
          <a:bodyPr spcFirstLastPara="1" wrap="square" lIns="0" tIns="45700" rIns="0" bIns="45700" anchor="t" anchorCtr="0">
            <a:normAutofit/>
          </a:bodyPr>
          <a:lstStyle>
            <a:lvl1pPr lvl="0" algn="l">
              <a:lnSpc>
                <a:spcPct val="90000"/>
              </a:lnSpc>
              <a:spcBef>
                <a:spcPts val="750"/>
              </a:spcBef>
              <a:spcAft>
                <a:spcPts val="0"/>
              </a:spcAft>
              <a:buClr>
                <a:schemeClr val="lt1"/>
              </a:buClr>
              <a:buSzPts val="1800"/>
              <a:buNone/>
              <a:defRPr sz="1800">
                <a:solidFill>
                  <a:schemeClr val="lt1"/>
                </a:solidFill>
              </a:defRPr>
            </a:lvl1pPr>
            <a:lvl2pPr lvl="1" algn="ctr">
              <a:lnSpc>
                <a:spcPct val="90000"/>
              </a:lnSpc>
              <a:spcBef>
                <a:spcPts val="375"/>
              </a:spcBef>
              <a:spcAft>
                <a:spcPts val="0"/>
              </a:spcAft>
              <a:buClr>
                <a:schemeClr val="dk2"/>
              </a:buClr>
              <a:buSzPts val="1500"/>
              <a:buNone/>
              <a:defRPr sz="1500"/>
            </a:lvl2pPr>
            <a:lvl3pPr lvl="2" algn="ctr">
              <a:lnSpc>
                <a:spcPct val="90000"/>
              </a:lnSpc>
              <a:spcBef>
                <a:spcPts val="375"/>
              </a:spcBef>
              <a:spcAft>
                <a:spcPts val="0"/>
              </a:spcAft>
              <a:buClr>
                <a:schemeClr val="dk2"/>
              </a:buClr>
              <a:buSzPts val="1350"/>
              <a:buNone/>
              <a:defRPr sz="1350"/>
            </a:lvl3pPr>
            <a:lvl4pPr lvl="3" algn="ctr">
              <a:lnSpc>
                <a:spcPct val="90000"/>
              </a:lnSpc>
              <a:spcBef>
                <a:spcPts val="375"/>
              </a:spcBef>
              <a:spcAft>
                <a:spcPts val="0"/>
              </a:spcAft>
              <a:buClr>
                <a:schemeClr val="dk2"/>
              </a:buClr>
              <a:buSzPts val="1200"/>
              <a:buNone/>
              <a:defRPr sz="1200"/>
            </a:lvl4pPr>
            <a:lvl5pPr lvl="4" algn="ctr">
              <a:lnSpc>
                <a:spcPct val="90000"/>
              </a:lnSpc>
              <a:spcBef>
                <a:spcPts val="375"/>
              </a:spcBef>
              <a:spcAft>
                <a:spcPts val="0"/>
              </a:spcAft>
              <a:buClr>
                <a:schemeClr val="dk2"/>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pic>
        <p:nvPicPr>
          <p:cNvPr id="13" name="Google Shape;13;p2"/>
          <p:cNvPicPr preferRelativeResize="0"/>
          <p:nvPr/>
        </p:nvPicPr>
        <p:blipFill rotWithShape="1">
          <a:blip r:embed="rId3">
            <a:alphaModFix/>
          </a:blip>
          <a:srcRect/>
          <a:stretch/>
        </p:blipFill>
        <p:spPr>
          <a:xfrm>
            <a:off x="7357532" y="4844799"/>
            <a:ext cx="1440182" cy="17346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w/bkgd" type="obj">
  <p:cSld name="OBJECT">
    <p:spTree>
      <p:nvGrpSpPr>
        <p:cNvPr id="1" name="Shape 14"/>
        <p:cNvGrpSpPr/>
        <p:nvPr/>
      </p:nvGrpSpPr>
      <p:grpSpPr>
        <a:xfrm>
          <a:off x="0" y="0"/>
          <a:ext cx="0" cy="0"/>
          <a:chOff x="0" y="0"/>
          <a:chExt cx="0" cy="0"/>
        </a:xfrm>
      </p:grpSpPr>
      <p:sp>
        <p:nvSpPr>
          <p:cNvPr id="15" name="Google Shape;15;p3"/>
          <p:cNvSpPr/>
          <p:nvPr/>
        </p:nvSpPr>
        <p:spPr>
          <a:xfrm>
            <a:off x="0" y="1200151"/>
            <a:ext cx="9144000" cy="3567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 name="Google Shape;16;p3"/>
          <p:cNvSpPr txBox="1">
            <a:spLocks noGrp="1"/>
          </p:cNvSpPr>
          <p:nvPr>
            <p:ph type="title"/>
          </p:nvPr>
        </p:nvSpPr>
        <p:spPr>
          <a:xfrm>
            <a:off x="320040" y="273844"/>
            <a:ext cx="8503800" cy="82350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b="0" i="0" u="none" strike="noStrike" cap="none">
                <a:solidFill>
                  <a:schemeClr val="dk2"/>
                </a:solidFill>
                <a:latin typeface="Calibri"/>
                <a:ea typeface="Calibri"/>
                <a:cs typeface="Calibri"/>
                <a:sym typeface="Calibri"/>
              </a:defRPr>
            </a:lvl1pPr>
            <a:lvl2pPr marL="0" lvl="1" indent="0" algn="r">
              <a:spcBef>
                <a:spcPts val="0"/>
              </a:spcBef>
              <a:buNone/>
              <a:defRPr sz="800" b="0" i="0" u="none" strike="noStrike" cap="none">
                <a:solidFill>
                  <a:schemeClr val="dk2"/>
                </a:solidFill>
                <a:latin typeface="Calibri"/>
                <a:ea typeface="Calibri"/>
                <a:cs typeface="Calibri"/>
                <a:sym typeface="Calibri"/>
              </a:defRPr>
            </a:lvl2pPr>
            <a:lvl3pPr marL="0" lvl="2" indent="0" algn="r">
              <a:spcBef>
                <a:spcPts val="0"/>
              </a:spcBef>
              <a:buNone/>
              <a:defRPr sz="800" b="0" i="0" u="none" strike="noStrike" cap="none">
                <a:solidFill>
                  <a:schemeClr val="dk2"/>
                </a:solidFill>
                <a:latin typeface="Calibri"/>
                <a:ea typeface="Calibri"/>
                <a:cs typeface="Calibri"/>
                <a:sym typeface="Calibri"/>
              </a:defRPr>
            </a:lvl3pPr>
            <a:lvl4pPr marL="0" lvl="3" indent="0" algn="r">
              <a:spcBef>
                <a:spcPts val="0"/>
              </a:spcBef>
              <a:buNone/>
              <a:defRPr sz="800" b="0" i="0" u="none" strike="noStrike" cap="none">
                <a:solidFill>
                  <a:schemeClr val="dk2"/>
                </a:solidFill>
                <a:latin typeface="Calibri"/>
                <a:ea typeface="Calibri"/>
                <a:cs typeface="Calibri"/>
                <a:sym typeface="Calibri"/>
              </a:defRPr>
            </a:lvl4pPr>
            <a:lvl5pPr marL="0" lvl="4" indent="0" algn="r">
              <a:spcBef>
                <a:spcPts val="0"/>
              </a:spcBef>
              <a:buNone/>
              <a:defRPr sz="800" b="0" i="0" u="none" strike="noStrike" cap="none">
                <a:solidFill>
                  <a:schemeClr val="dk2"/>
                </a:solidFill>
                <a:latin typeface="Calibri"/>
                <a:ea typeface="Calibri"/>
                <a:cs typeface="Calibri"/>
                <a:sym typeface="Calibri"/>
              </a:defRPr>
            </a:lvl5pPr>
            <a:lvl6pPr marL="0" lvl="5" indent="0" algn="r">
              <a:spcBef>
                <a:spcPts val="0"/>
              </a:spcBef>
              <a:buNone/>
              <a:defRPr sz="800" b="0" i="0" u="none" strike="noStrike" cap="none">
                <a:solidFill>
                  <a:schemeClr val="dk2"/>
                </a:solidFill>
                <a:latin typeface="Calibri"/>
                <a:ea typeface="Calibri"/>
                <a:cs typeface="Calibri"/>
                <a:sym typeface="Calibri"/>
              </a:defRPr>
            </a:lvl6pPr>
            <a:lvl7pPr marL="0" lvl="6" indent="0" algn="r">
              <a:spcBef>
                <a:spcPts val="0"/>
              </a:spcBef>
              <a:buNone/>
              <a:defRPr sz="800" b="0" i="0" u="none" strike="noStrike" cap="none">
                <a:solidFill>
                  <a:schemeClr val="dk2"/>
                </a:solidFill>
                <a:latin typeface="Calibri"/>
                <a:ea typeface="Calibri"/>
                <a:cs typeface="Calibri"/>
                <a:sym typeface="Calibri"/>
              </a:defRPr>
            </a:lvl7pPr>
            <a:lvl8pPr marL="0" lvl="7" indent="0" algn="r">
              <a:spcBef>
                <a:spcPts val="0"/>
              </a:spcBef>
              <a:buNone/>
              <a:defRPr sz="800" b="0" i="0" u="none" strike="noStrike" cap="none">
                <a:solidFill>
                  <a:schemeClr val="dk2"/>
                </a:solidFill>
                <a:latin typeface="Calibri"/>
                <a:ea typeface="Calibri"/>
                <a:cs typeface="Calibri"/>
                <a:sym typeface="Calibri"/>
              </a:defRPr>
            </a:lvl8pPr>
            <a:lvl9pPr marL="0" lvl="8" indent="0" algn="r">
              <a:spcBef>
                <a:spcPts val="0"/>
              </a:spcBef>
              <a:buNone/>
              <a:defRPr sz="80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18" name="Google Shape;18;p3"/>
          <p:cNvSpPr txBox="1">
            <a:spLocks noGrp="1"/>
          </p:cNvSpPr>
          <p:nvPr>
            <p:ph type="body" idx="1"/>
          </p:nvPr>
        </p:nvSpPr>
        <p:spPr>
          <a:xfrm>
            <a:off x="407965" y="1334745"/>
            <a:ext cx="8503800" cy="3432600"/>
          </a:xfrm>
          <a:prstGeom prst="rect">
            <a:avLst/>
          </a:prstGeom>
          <a:noFill/>
          <a:ln>
            <a:noFill/>
          </a:ln>
        </p:spPr>
        <p:txBody>
          <a:bodyPr spcFirstLastPara="1" wrap="square" lIns="0" tIns="45700" rIns="0" bIns="45700" anchor="t" anchorCtr="0">
            <a:normAutofit/>
          </a:bodyPr>
          <a:lstStyle>
            <a:lvl1pPr marL="457200" marR="0" lvl="0" indent="-374650" algn="l" rtl="0">
              <a:lnSpc>
                <a:spcPct val="90000"/>
              </a:lnSpc>
              <a:spcBef>
                <a:spcPts val="750"/>
              </a:spcBef>
              <a:spcAft>
                <a:spcPts val="0"/>
              </a:spcAft>
              <a:buClr>
                <a:schemeClr val="dk2"/>
              </a:buClr>
              <a:buSzPts val="2300"/>
              <a:buFont typeface="Arial"/>
              <a:buChar char="•"/>
              <a:defRPr sz="2300" b="0" i="0" u="none" strike="noStrike" cap="none">
                <a:solidFill>
                  <a:schemeClr val="dk2"/>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2pPr>
            <a:lvl3pPr marL="1371600" marR="0" lvl="2"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3pPr>
            <a:lvl4pPr marL="1828800" marR="0" lvl="3"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4pPr>
            <a:lvl5pPr marL="2286000" marR="0" lvl="4"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320040" y="273844"/>
            <a:ext cx="8503800" cy="82350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4"/>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a:solidFill>
                  <a:schemeClr val="dk2"/>
                </a:solidFill>
                <a:latin typeface="Calibri"/>
                <a:ea typeface="Calibri"/>
                <a:cs typeface="Calibri"/>
                <a:sym typeface="Calibri"/>
              </a:defRPr>
            </a:lvl1pPr>
            <a:lvl2pPr marL="0" lvl="1" indent="0" algn="r">
              <a:spcBef>
                <a:spcPts val="0"/>
              </a:spcBef>
              <a:buNone/>
              <a:defRPr sz="800">
                <a:solidFill>
                  <a:schemeClr val="dk2"/>
                </a:solidFill>
                <a:latin typeface="Calibri"/>
                <a:ea typeface="Calibri"/>
                <a:cs typeface="Calibri"/>
                <a:sym typeface="Calibri"/>
              </a:defRPr>
            </a:lvl2pPr>
            <a:lvl3pPr marL="0" lvl="2" indent="0" algn="r">
              <a:spcBef>
                <a:spcPts val="0"/>
              </a:spcBef>
              <a:buNone/>
              <a:defRPr sz="800">
                <a:solidFill>
                  <a:schemeClr val="dk2"/>
                </a:solidFill>
                <a:latin typeface="Calibri"/>
                <a:ea typeface="Calibri"/>
                <a:cs typeface="Calibri"/>
                <a:sym typeface="Calibri"/>
              </a:defRPr>
            </a:lvl3pPr>
            <a:lvl4pPr marL="0" lvl="3" indent="0" algn="r">
              <a:spcBef>
                <a:spcPts val="0"/>
              </a:spcBef>
              <a:buNone/>
              <a:defRPr sz="800">
                <a:solidFill>
                  <a:schemeClr val="dk2"/>
                </a:solidFill>
                <a:latin typeface="Calibri"/>
                <a:ea typeface="Calibri"/>
                <a:cs typeface="Calibri"/>
                <a:sym typeface="Calibri"/>
              </a:defRPr>
            </a:lvl4pPr>
            <a:lvl5pPr marL="0" lvl="4" indent="0" algn="r">
              <a:spcBef>
                <a:spcPts val="0"/>
              </a:spcBef>
              <a:buNone/>
              <a:defRPr sz="800">
                <a:solidFill>
                  <a:schemeClr val="dk2"/>
                </a:solidFill>
                <a:latin typeface="Calibri"/>
                <a:ea typeface="Calibri"/>
                <a:cs typeface="Calibri"/>
                <a:sym typeface="Calibri"/>
              </a:defRPr>
            </a:lvl5pPr>
            <a:lvl6pPr marL="0" lvl="5" indent="0" algn="r">
              <a:spcBef>
                <a:spcPts val="0"/>
              </a:spcBef>
              <a:buNone/>
              <a:defRPr sz="800">
                <a:solidFill>
                  <a:schemeClr val="dk2"/>
                </a:solidFill>
                <a:latin typeface="Calibri"/>
                <a:ea typeface="Calibri"/>
                <a:cs typeface="Calibri"/>
                <a:sym typeface="Calibri"/>
              </a:defRPr>
            </a:lvl6pPr>
            <a:lvl7pPr marL="0" lvl="6" indent="0" algn="r">
              <a:spcBef>
                <a:spcPts val="0"/>
              </a:spcBef>
              <a:buNone/>
              <a:defRPr sz="800">
                <a:solidFill>
                  <a:schemeClr val="dk2"/>
                </a:solidFill>
                <a:latin typeface="Calibri"/>
                <a:ea typeface="Calibri"/>
                <a:cs typeface="Calibri"/>
                <a:sym typeface="Calibri"/>
              </a:defRPr>
            </a:lvl7pPr>
            <a:lvl8pPr marL="0" lvl="7" indent="0" algn="r">
              <a:spcBef>
                <a:spcPts val="0"/>
              </a:spcBef>
              <a:buNone/>
              <a:defRPr sz="800">
                <a:solidFill>
                  <a:schemeClr val="dk2"/>
                </a:solidFill>
                <a:latin typeface="Calibri"/>
                <a:ea typeface="Calibri"/>
                <a:cs typeface="Calibri"/>
                <a:sym typeface="Calibri"/>
              </a:defRPr>
            </a:lvl8pPr>
            <a:lvl9pPr marL="0" lvl="8" indent="0" algn="r">
              <a:spcBef>
                <a:spcPts val="0"/>
              </a:spcBef>
              <a:buNone/>
              <a:defRPr sz="80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cxnSp>
        <p:nvCxnSpPr>
          <p:cNvPr id="22" name="Google Shape;22;p4"/>
          <p:cNvCxnSpPr/>
          <p:nvPr/>
        </p:nvCxnSpPr>
        <p:spPr>
          <a:xfrm>
            <a:off x="320040" y="4767263"/>
            <a:ext cx="8503800" cy="0"/>
          </a:xfrm>
          <a:prstGeom prst="straightConnector1">
            <a:avLst/>
          </a:prstGeom>
          <a:noFill/>
          <a:ln w="9525" cap="flat" cmpd="sng">
            <a:solidFill>
              <a:srgbClr val="7F7F7F"/>
            </a:solidFill>
            <a:prstDash val="solid"/>
            <a:miter lim="800000"/>
            <a:headEnd type="none" w="sm" len="sm"/>
            <a:tailEnd type="none" w="sm" len="sm"/>
          </a:ln>
        </p:spPr>
      </p:cxnSp>
      <p:sp>
        <p:nvSpPr>
          <p:cNvPr id="23" name="Google Shape;23;p4"/>
          <p:cNvSpPr txBox="1">
            <a:spLocks noGrp="1"/>
          </p:cNvSpPr>
          <p:nvPr>
            <p:ph type="body" idx="1"/>
          </p:nvPr>
        </p:nvSpPr>
        <p:spPr>
          <a:xfrm>
            <a:off x="320040" y="1200150"/>
            <a:ext cx="8503800" cy="3432600"/>
          </a:xfrm>
          <a:prstGeom prst="rect">
            <a:avLst/>
          </a:prstGeom>
          <a:noFill/>
          <a:ln>
            <a:noFill/>
          </a:ln>
        </p:spPr>
        <p:txBody>
          <a:bodyPr spcFirstLastPara="1" wrap="square" lIns="0" tIns="45700" rIns="0" bIns="45700" anchor="t" anchorCtr="0">
            <a:normAutofit/>
          </a:bodyPr>
          <a:lstStyle>
            <a:lvl1pPr marL="457200" marR="0" lvl="0" indent="-374650" algn="l" rtl="0">
              <a:lnSpc>
                <a:spcPct val="90000"/>
              </a:lnSpc>
              <a:spcBef>
                <a:spcPts val="750"/>
              </a:spcBef>
              <a:spcAft>
                <a:spcPts val="0"/>
              </a:spcAft>
              <a:buClr>
                <a:schemeClr val="dk2"/>
              </a:buClr>
              <a:buSzPts val="2300"/>
              <a:buFont typeface="Arial"/>
              <a:buChar char="•"/>
              <a:defRPr sz="2300" b="0" i="0" u="none" strike="noStrike" cap="none">
                <a:solidFill>
                  <a:schemeClr val="dk2"/>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2pPr>
            <a:lvl3pPr marL="1371600" marR="0" lvl="2"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3pPr>
            <a:lvl4pPr marL="1828800" marR="0" lvl="3"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4pPr>
            <a:lvl5pPr marL="2286000" marR="0" lvl="4"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w/image">
  <p:cSld name="Title and Content w/image">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20039" y="273844"/>
            <a:ext cx="5669400" cy="82350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a:solidFill>
                  <a:schemeClr val="dk2"/>
                </a:solidFill>
                <a:latin typeface="Calibri"/>
                <a:ea typeface="Calibri"/>
                <a:cs typeface="Calibri"/>
                <a:sym typeface="Calibri"/>
              </a:defRPr>
            </a:lvl1pPr>
            <a:lvl2pPr marL="0" lvl="1" indent="0" algn="r">
              <a:spcBef>
                <a:spcPts val="0"/>
              </a:spcBef>
              <a:buNone/>
              <a:defRPr sz="800">
                <a:solidFill>
                  <a:schemeClr val="dk2"/>
                </a:solidFill>
                <a:latin typeface="Calibri"/>
                <a:ea typeface="Calibri"/>
                <a:cs typeface="Calibri"/>
                <a:sym typeface="Calibri"/>
              </a:defRPr>
            </a:lvl2pPr>
            <a:lvl3pPr marL="0" lvl="2" indent="0" algn="r">
              <a:spcBef>
                <a:spcPts val="0"/>
              </a:spcBef>
              <a:buNone/>
              <a:defRPr sz="800">
                <a:solidFill>
                  <a:schemeClr val="dk2"/>
                </a:solidFill>
                <a:latin typeface="Calibri"/>
                <a:ea typeface="Calibri"/>
                <a:cs typeface="Calibri"/>
                <a:sym typeface="Calibri"/>
              </a:defRPr>
            </a:lvl3pPr>
            <a:lvl4pPr marL="0" lvl="3" indent="0" algn="r">
              <a:spcBef>
                <a:spcPts val="0"/>
              </a:spcBef>
              <a:buNone/>
              <a:defRPr sz="800">
                <a:solidFill>
                  <a:schemeClr val="dk2"/>
                </a:solidFill>
                <a:latin typeface="Calibri"/>
                <a:ea typeface="Calibri"/>
                <a:cs typeface="Calibri"/>
                <a:sym typeface="Calibri"/>
              </a:defRPr>
            </a:lvl4pPr>
            <a:lvl5pPr marL="0" lvl="4" indent="0" algn="r">
              <a:spcBef>
                <a:spcPts val="0"/>
              </a:spcBef>
              <a:buNone/>
              <a:defRPr sz="800">
                <a:solidFill>
                  <a:schemeClr val="dk2"/>
                </a:solidFill>
                <a:latin typeface="Calibri"/>
                <a:ea typeface="Calibri"/>
                <a:cs typeface="Calibri"/>
                <a:sym typeface="Calibri"/>
              </a:defRPr>
            </a:lvl5pPr>
            <a:lvl6pPr marL="0" lvl="5" indent="0" algn="r">
              <a:spcBef>
                <a:spcPts val="0"/>
              </a:spcBef>
              <a:buNone/>
              <a:defRPr sz="800">
                <a:solidFill>
                  <a:schemeClr val="dk2"/>
                </a:solidFill>
                <a:latin typeface="Calibri"/>
                <a:ea typeface="Calibri"/>
                <a:cs typeface="Calibri"/>
                <a:sym typeface="Calibri"/>
              </a:defRPr>
            </a:lvl6pPr>
            <a:lvl7pPr marL="0" lvl="6" indent="0" algn="r">
              <a:spcBef>
                <a:spcPts val="0"/>
              </a:spcBef>
              <a:buNone/>
              <a:defRPr sz="800">
                <a:solidFill>
                  <a:schemeClr val="dk2"/>
                </a:solidFill>
                <a:latin typeface="Calibri"/>
                <a:ea typeface="Calibri"/>
                <a:cs typeface="Calibri"/>
                <a:sym typeface="Calibri"/>
              </a:defRPr>
            </a:lvl7pPr>
            <a:lvl8pPr marL="0" lvl="7" indent="0" algn="r">
              <a:spcBef>
                <a:spcPts val="0"/>
              </a:spcBef>
              <a:buNone/>
              <a:defRPr sz="800">
                <a:solidFill>
                  <a:schemeClr val="dk2"/>
                </a:solidFill>
                <a:latin typeface="Calibri"/>
                <a:ea typeface="Calibri"/>
                <a:cs typeface="Calibri"/>
                <a:sym typeface="Calibri"/>
              </a:defRPr>
            </a:lvl8pPr>
            <a:lvl9pPr marL="0" lvl="8" indent="0" algn="r">
              <a:spcBef>
                <a:spcPts val="0"/>
              </a:spcBef>
              <a:buNone/>
              <a:defRPr sz="80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cxnSp>
        <p:nvCxnSpPr>
          <p:cNvPr id="27" name="Google Shape;27;p5"/>
          <p:cNvCxnSpPr/>
          <p:nvPr/>
        </p:nvCxnSpPr>
        <p:spPr>
          <a:xfrm>
            <a:off x="320040" y="4767263"/>
            <a:ext cx="8503800" cy="0"/>
          </a:xfrm>
          <a:prstGeom prst="straightConnector1">
            <a:avLst/>
          </a:prstGeom>
          <a:noFill/>
          <a:ln w="9525" cap="flat" cmpd="sng">
            <a:solidFill>
              <a:srgbClr val="7F7F7F"/>
            </a:solidFill>
            <a:prstDash val="solid"/>
            <a:miter lim="800000"/>
            <a:headEnd type="none" w="sm" len="sm"/>
            <a:tailEnd type="none" w="sm" len="sm"/>
          </a:ln>
        </p:spPr>
      </p:cxnSp>
      <p:sp>
        <p:nvSpPr>
          <p:cNvPr id="28" name="Google Shape;28;p5"/>
          <p:cNvSpPr>
            <a:spLocks noGrp="1"/>
          </p:cNvSpPr>
          <p:nvPr>
            <p:ph type="pic" idx="2"/>
          </p:nvPr>
        </p:nvSpPr>
        <p:spPr>
          <a:xfrm>
            <a:off x="6126163" y="274320"/>
            <a:ext cx="2697300" cy="4359000"/>
          </a:xfrm>
          <a:prstGeom prst="rect">
            <a:avLst/>
          </a:prstGeom>
          <a:solidFill>
            <a:schemeClr val="lt2"/>
          </a:solidFill>
          <a:ln>
            <a:noFill/>
          </a:ln>
        </p:spPr>
      </p:sp>
      <p:sp>
        <p:nvSpPr>
          <p:cNvPr id="29" name="Google Shape;29;p5"/>
          <p:cNvSpPr txBox="1">
            <a:spLocks noGrp="1"/>
          </p:cNvSpPr>
          <p:nvPr>
            <p:ph type="body" idx="1"/>
          </p:nvPr>
        </p:nvSpPr>
        <p:spPr>
          <a:xfrm>
            <a:off x="320090" y="1216013"/>
            <a:ext cx="5669400" cy="3432600"/>
          </a:xfrm>
          <a:prstGeom prst="rect">
            <a:avLst/>
          </a:prstGeom>
          <a:noFill/>
          <a:ln>
            <a:noFill/>
          </a:ln>
        </p:spPr>
        <p:txBody>
          <a:bodyPr spcFirstLastPara="1" wrap="square" lIns="0" tIns="45700" rIns="0" bIns="45700" anchor="t" anchorCtr="0">
            <a:normAutofit/>
          </a:bodyPr>
          <a:lstStyle>
            <a:lvl1pPr marL="457200" marR="0" lvl="0" indent="-374650" algn="l" rtl="0">
              <a:lnSpc>
                <a:spcPct val="90000"/>
              </a:lnSpc>
              <a:spcBef>
                <a:spcPts val="750"/>
              </a:spcBef>
              <a:spcAft>
                <a:spcPts val="0"/>
              </a:spcAft>
              <a:buClr>
                <a:schemeClr val="dk2"/>
              </a:buClr>
              <a:buSzPts val="2300"/>
              <a:buFont typeface="Arial"/>
              <a:buChar char="•"/>
              <a:defRPr sz="2300" b="0" i="0" u="none" strike="noStrike" cap="none">
                <a:solidFill>
                  <a:schemeClr val="dk2"/>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2pPr>
            <a:lvl3pPr marL="1371600" marR="0" lvl="2"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3pPr>
            <a:lvl4pPr marL="1828800" marR="0" lvl="3"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4pPr>
            <a:lvl5pPr marL="2286000" marR="0" lvl="4"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Divider - Sky">
  <p:cSld name="Divider - Sky">
    <p:bg>
      <p:bgPr>
        <a:solidFill>
          <a:srgbClr val="4298B5"/>
        </a:solidFill>
        <a:effectLst/>
      </p:bgPr>
    </p:bg>
    <p:spTree>
      <p:nvGrpSpPr>
        <p:cNvPr id="1" name="Shape 30"/>
        <p:cNvGrpSpPr/>
        <p:nvPr/>
      </p:nvGrpSpPr>
      <p:grpSpPr>
        <a:xfrm>
          <a:off x="0" y="0"/>
          <a:ext cx="0" cy="0"/>
          <a:chOff x="0" y="0"/>
          <a:chExt cx="0" cy="0"/>
        </a:xfrm>
      </p:grpSpPr>
      <p:pic>
        <p:nvPicPr>
          <p:cNvPr id="31" name="Google Shape;31;p6" descr="Background pattern&#10;&#10;Description automatically generated with low confidence"/>
          <p:cNvPicPr preferRelativeResize="0"/>
          <p:nvPr/>
        </p:nvPicPr>
        <p:blipFill rotWithShape="1">
          <a:blip r:embed="rId2">
            <a:alphaModFix amt="70000"/>
          </a:blip>
          <a:srcRect/>
          <a:stretch/>
        </p:blipFill>
        <p:spPr>
          <a:xfrm>
            <a:off x="0" y="0"/>
            <a:ext cx="2893735" cy="5143500"/>
          </a:xfrm>
          <a:prstGeom prst="rect">
            <a:avLst/>
          </a:prstGeom>
          <a:noFill/>
          <a:ln>
            <a:noFill/>
          </a:ln>
        </p:spPr>
      </p:pic>
      <p:sp>
        <p:nvSpPr>
          <p:cNvPr id="32" name="Google Shape;32;p6"/>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a:solidFill>
                  <a:schemeClr val="lt1"/>
                </a:solidFill>
                <a:latin typeface="Calibri"/>
                <a:ea typeface="Calibri"/>
                <a:cs typeface="Calibri"/>
                <a:sym typeface="Calibri"/>
              </a:defRPr>
            </a:lvl1pPr>
            <a:lvl2pPr marL="0" lvl="1" indent="0" algn="r">
              <a:spcBef>
                <a:spcPts val="0"/>
              </a:spcBef>
              <a:buNone/>
              <a:defRPr sz="800">
                <a:solidFill>
                  <a:schemeClr val="lt1"/>
                </a:solidFill>
                <a:latin typeface="Calibri"/>
                <a:ea typeface="Calibri"/>
                <a:cs typeface="Calibri"/>
                <a:sym typeface="Calibri"/>
              </a:defRPr>
            </a:lvl2pPr>
            <a:lvl3pPr marL="0" lvl="2" indent="0" algn="r">
              <a:spcBef>
                <a:spcPts val="0"/>
              </a:spcBef>
              <a:buNone/>
              <a:defRPr sz="800">
                <a:solidFill>
                  <a:schemeClr val="lt1"/>
                </a:solidFill>
                <a:latin typeface="Calibri"/>
                <a:ea typeface="Calibri"/>
                <a:cs typeface="Calibri"/>
                <a:sym typeface="Calibri"/>
              </a:defRPr>
            </a:lvl3pPr>
            <a:lvl4pPr marL="0" lvl="3" indent="0" algn="r">
              <a:spcBef>
                <a:spcPts val="0"/>
              </a:spcBef>
              <a:buNone/>
              <a:defRPr sz="800">
                <a:solidFill>
                  <a:schemeClr val="lt1"/>
                </a:solidFill>
                <a:latin typeface="Calibri"/>
                <a:ea typeface="Calibri"/>
                <a:cs typeface="Calibri"/>
                <a:sym typeface="Calibri"/>
              </a:defRPr>
            </a:lvl4pPr>
            <a:lvl5pPr marL="0" lvl="4" indent="0" algn="r">
              <a:spcBef>
                <a:spcPts val="0"/>
              </a:spcBef>
              <a:buNone/>
              <a:defRPr sz="800">
                <a:solidFill>
                  <a:schemeClr val="lt1"/>
                </a:solidFill>
                <a:latin typeface="Calibri"/>
                <a:ea typeface="Calibri"/>
                <a:cs typeface="Calibri"/>
                <a:sym typeface="Calibri"/>
              </a:defRPr>
            </a:lvl5pPr>
            <a:lvl6pPr marL="0" lvl="5" indent="0" algn="r">
              <a:spcBef>
                <a:spcPts val="0"/>
              </a:spcBef>
              <a:buNone/>
              <a:defRPr sz="800">
                <a:solidFill>
                  <a:schemeClr val="lt1"/>
                </a:solidFill>
                <a:latin typeface="Calibri"/>
                <a:ea typeface="Calibri"/>
                <a:cs typeface="Calibri"/>
                <a:sym typeface="Calibri"/>
              </a:defRPr>
            </a:lvl6pPr>
            <a:lvl7pPr marL="0" lvl="6" indent="0" algn="r">
              <a:spcBef>
                <a:spcPts val="0"/>
              </a:spcBef>
              <a:buNone/>
              <a:defRPr sz="800">
                <a:solidFill>
                  <a:schemeClr val="lt1"/>
                </a:solidFill>
                <a:latin typeface="Calibri"/>
                <a:ea typeface="Calibri"/>
                <a:cs typeface="Calibri"/>
                <a:sym typeface="Calibri"/>
              </a:defRPr>
            </a:lvl7pPr>
            <a:lvl8pPr marL="0" lvl="7" indent="0" algn="r">
              <a:spcBef>
                <a:spcPts val="0"/>
              </a:spcBef>
              <a:buNone/>
              <a:defRPr sz="800">
                <a:solidFill>
                  <a:schemeClr val="lt1"/>
                </a:solidFill>
                <a:latin typeface="Calibri"/>
                <a:ea typeface="Calibri"/>
                <a:cs typeface="Calibri"/>
                <a:sym typeface="Calibri"/>
              </a:defRPr>
            </a:lvl8pPr>
            <a:lvl9pPr marL="0" lvl="8" indent="0" algn="r">
              <a:spcBef>
                <a:spcPts val="0"/>
              </a:spcBef>
              <a:buNone/>
              <a:defRPr sz="8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a:spLocks noGrp="1"/>
          </p:cNvSpPr>
          <p:nvPr>
            <p:ph type="ctrTitle"/>
          </p:nvPr>
        </p:nvSpPr>
        <p:spPr>
          <a:xfrm>
            <a:off x="1363132" y="1760219"/>
            <a:ext cx="7479900" cy="1660500"/>
          </a:xfrm>
          <a:prstGeom prst="rect">
            <a:avLst/>
          </a:prstGeom>
          <a:noFill/>
          <a:ln>
            <a:noFill/>
          </a:ln>
        </p:spPr>
        <p:txBody>
          <a:bodyPr spcFirstLastPara="1" wrap="square" lIns="0" tIns="45700" rIns="0" bIns="45700" anchor="t" anchorCtr="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34" name="Google Shape;34;p6"/>
          <p:cNvCxnSpPr/>
          <p:nvPr/>
        </p:nvCxnSpPr>
        <p:spPr>
          <a:xfrm>
            <a:off x="320040" y="4767263"/>
            <a:ext cx="8503800" cy="0"/>
          </a:xfrm>
          <a:prstGeom prst="straightConnector1">
            <a:avLst/>
          </a:prstGeom>
          <a:noFill/>
          <a:ln w="9525" cap="flat" cmpd="sng">
            <a:solidFill>
              <a:schemeClr val="lt1"/>
            </a:solidFill>
            <a:prstDash val="solid"/>
            <a:miter lim="800000"/>
            <a:headEnd type="none" w="sm" len="sm"/>
            <a:tailEnd type="none" w="sm" len="sm"/>
          </a:ln>
        </p:spPr>
      </p:cxnSp>
      <p:sp>
        <p:nvSpPr>
          <p:cNvPr id="35" name="Google Shape;35;p6"/>
          <p:cNvSpPr txBox="1">
            <a:spLocks noGrp="1"/>
          </p:cNvSpPr>
          <p:nvPr>
            <p:ph type="subTitle" idx="1"/>
          </p:nvPr>
        </p:nvSpPr>
        <p:spPr>
          <a:xfrm>
            <a:off x="1363125" y="3500618"/>
            <a:ext cx="6202200" cy="943500"/>
          </a:xfrm>
          <a:prstGeom prst="rect">
            <a:avLst/>
          </a:prstGeom>
        </p:spPr>
        <p:txBody>
          <a:bodyPr spcFirstLastPara="1" wrap="square" lIns="0" tIns="45700" rIns="0" bIns="45700" anchor="t" anchorCtr="0">
            <a:normAutofit/>
          </a:bodyPr>
          <a:lstStyle>
            <a:lvl1pPr lvl="0">
              <a:spcBef>
                <a:spcPts val="750"/>
              </a:spcBef>
              <a:spcAft>
                <a:spcPts val="0"/>
              </a:spcAft>
              <a:buClr>
                <a:schemeClr val="lt1"/>
              </a:buClr>
              <a:buSzPts val="2300"/>
              <a:buNone/>
              <a:defRPr>
                <a:solidFill>
                  <a:schemeClr val="lt1"/>
                </a:solidFill>
              </a:defRPr>
            </a:lvl1pPr>
            <a:lvl2pPr lvl="1">
              <a:spcBef>
                <a:spcPts val="375"/>
              </a:spcBef>
              <a:spcAft>
                <a:spcPts val="0"/>
              </a:spcAft>
              <a:buSzPts val="1800"/>
              <a:buNone/>
              <a:defRPr/>
            </a:lvl2pPr>
            <a:lvl3pPr lvl="2">
              <a:spcBef>
                <a:spcPts val="375"/>
              </a:spcBef>
              <a:spcAft>
                <a:spcPts val="0"/>
              </a:spcAft>
              <a:buSzPts val="1800"/>
              <a:buNone/>
              <a:defRPr/>
            </a:lvl3pPr>
            <a:lvl4pPr lvl="3">
              <a:spcBef>
                <a:spcPts val="375"/>
              </a:spcBef>
              <a:spcAft>
                <a:spcPts val="0"/>
              </a:spcAft>
              <a:buSzPts val="1800"/>
              <a:buNone/>
              <a:defRPr/>
            </a:lvl4pPr>
            <a:lvl5pPr lvl="4">
              <a:spcBef>
                <a:spcPts val="375"/>
              </a:spcBef>
              <a:spcAft>
                <a:spcPts val="0"/>
              </a:spcAft>
              <a:buSzPts val="1800"/>
              <a:buNone/>
              <a:defRPr/>
            </a:lvl5pPr>
            <a:lvl6pPr lvl="5">
              <a:spcBef>
                <a:spcPts val="375"/>
              </a:spcBef>
              <a:spcAft>
                <a:spcPts val="0"/>
              </a:spcAft>
              <a:buSzPts val="1350"/>
              <a:buNone/>
              <a:defRPr/>
            </a:lvl6pPr>
            <a:lvl7pPr lvl="6">
              <a:spcBef>
                <a:spcPts val="375"/>
              </a:spcBef>
              <a:spcAft>
                <a:spcPts val="0"/>
              </a:spcAft>
              <a:buSzPts val="1350"/>
              <a:buNone/>
              <a:defRPr/>
            </a:lvl7pPr>
            <a:lvl8pPr lvl="7">
              <a:spcBef>
                <a:spcPts val="375"/>
              </a:spcBef>
              <a:spcAft>
                <a:spcPts val="0"/>
              </a:spcAft>
              <a:buSzPts val="1350"/>
              <a:buNone/>
              <a:defRPr/>
            </a:lvl8pPr>
            <a:lvl9pPr lvl="8">
              <a:spcBef>
                <a:spcPts val="375"/>
              </a:spcBef>
              <a:spcAft>
                <a:spcPts val="0"/>
              </a:spcAft>
              <a:buSzPts val="135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lumn Content" type="twoObj">
  <p:cSld name="TWO_OBJECTS">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320040" y="273844"/>
            <a:ext cx="8503800" cy="82350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320040" y="1231821"/>
            <a:ext cx="4194900" cy="3400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750"/>
              </a:spcBef>
              <a:spcAft>
                <a:spcPts val="0"/>
              </a:spcAft>
              <a:buSzPts val="1800"/>
              <a:buChar char="•"/>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Clr>
                <a:schemeClr val="dk2"/>
              </a:buClr>
              <a:buSzPts val="1800"/>
              <a:buChar char="•"/>
              <a:defRPr>
                <a:solidFill>
                  <a:schemeClr val="dk2"/>
                </a:solidFill>
              </a:defRPr>
            </a:lvl6pPr>
            <a:lvl7pPr marL="3200400" lvl="6" indent="-342900" algn="l">
              <a:lnSpc>
                <a:spcPct val="90000"/>
              </a:lnSpc>
              <a:spcBef>
                <a:spcPts val="375"/>
              </a:spcBef>
              <a:spcAft>
                <a:spcPts val="0"/>
              </a:spcAft>
              <a:buClr>
                <a:schemeClr val="dk2"/>
              </a:buClr>
              <a:buSzPts val="1800"/>
              <a:buChar char="•"/>
              <a:defRPr>
                <a:solidFill>
                  <a:schemeClr val="dk2"/>
                </a:solidFill>
              </a:defRPr>
            </a:lvl7pPr>
            <a:lvl8pPr marL="3657600" lvl="7" indent="-342900" algn="l">
              <a:lnSpc>
                <a:spcPct val="90000"/>
              </a:lnSpc>
              <a:spcBef>
                <a:spcPts val="375"/>
              </a:spcBef>
              <a:spcAft>
                <a:spcPts val="0"/>
              </a:spcAft>
              <a:buClr>
                <a:schemeClr val="dk2"/>
              </a:buClr>
              <a:buSzPts val="1800"/>
              <a:buChar char="•"/>
              <a:defRPr>
                <a:solidFill>
                  <a:schemeClr val="dk2"/>
                </a:solidFill>
              </a:defRPr>
            </a:lvl8pPr>
            <a:lvl9pPr marL="4114800" lvl="8" indent="-342900" algn="l">
              <a:lnSpc>
                <a:spcPct val="90000"/>
              </a:lnSpc>
              <a:spcBef>
                <a:spcPts val="375"/>
              </a:spcBef>
              <a:spcAft>
                <a:spcPts val="0"/>
              </a:spcAft>
              <a:buClr>
                <a:schemeClr val="dk2"/>
              </a:buClr>
              <a:buSzPts val="1800"/>
              <a:buChar char="•"/>
              <a:defRPr>
                <a:solidFill>
                  <a:schemeClr val="dk2"/>
                </a:solidFill>
              </a:defRPr>
            </a:lvl9pPr>
          </a:lstStyle>
          <a:p>
            <a:endParaRPr/>
          </a:p>
        </p:txBody>
      </p:sp>
      <p:sp>
        <p:nvSpPr>
          <p:cNvPr id="39" name="Google Shape;39;p7"/>
          <p:cNvSpPr txBox="1">
            <a:spLocks noGrp="1"/>
          </p:cNvSpPr>
          <p:nvPr>
            <p:ph type="body" idx="2"/>
          </p:nvPr>
        </p:nvSpPr>
        <p:spPr>
          <a:xfrm>
            <a:off x="4629149" y="1231821"/>
            <a:ext cx="4194900" cy="3400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750"/>
              </a:spcBef>
              <a:spcAft>
                <a:spcPts val="0"/>
              </a:spcAft>
              <a:buSzPts val="1800"/>
              <a:buChar char="•"/>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Clr>
                <a:schemeClr val="dk2"/>
              </a:buClr>
              <a:buSzPts val="1800"/>
              <a:buChar char="•"/>
              <a:defRPr>
                <a:solidFill>
                  <a:schemeClr val="dk2"/>
                </a:solidFill>
              </a:defRPr>
            </a:lvl6pPr>
            <a:lvl7pPr marL="3200400" lvl="6" indent="-342900" algn="l">
              <a:lnSpc>
                <a:spcPct val="90000"/>
              </a:lnSpc>
              <a:spcBef>
                <a:spcPts val="375"/>
              </a:spcBef>
              <a:spcAft>
                <a:spcPts val="0"/>
              </a:spcAft>
              <a:buClr>
                <a:schemeClr val="dk2"/>
              </a:buClr>
              <a:buSzPts val="1800"/>
              <a:buChar char="•"/>
              <a:defRPr>
                <a:solidFill>
                  <a:schemeClr val="dk2"/>
                </a:solidFill>
              </a:defRPr>
            </a:lvl7pPr>
            <a:lvl8pPr marL="3657600" lvl="7" indent="-342900" algn="l">
              <a:lnSpc>
                <a:spcPct val="90000"/>
              </a:lnSpc>
              <a:spcBef>
                <a:spcPts val="375"/>
              </a:spcBef>
              <a:spcAft>
                <a:spcPts val="0"/>
              </a:spcAft>
              <a:buClr>
                <a:schemeClr val="dk2"/>
              </a:buClr>
              <a:buSzPts val="1800"/>
              <a:buChar char="•"/>
              <a:defRPr>
                <a:solidFill>
                  <a:schemeClr val="dk2"/>
                </a:solidFill>
              </a:defRPr>
            </a:lvl8pPr>
            <a:lvl9pPr marL="4114800" lvl="8" indent="-342900" algn="l">
              <a:lnSpc>
                <a:spcPct val="90000"/>
              </a:lnSpc>
              <a:spcBef>
                <a:spcPts val="375"/>
              </a:spcBef>
              <a:spcAft>
                <a:spcPts val="0"/>
              </a:spcAft>
              <a:buClr>
                <a:schemeClr val="dk2"/>
              </a:buClr>
              <a:buSzPts val="1800"/>
              <a:buChar char="•"/>
              <a:defRPr>
                <a:solidFill>
                  <a:schemeClr val="dk2"/>
                </a:solidFill>
              </a:defRPr>
            </a:lvl9pPr>
          </a:lstStyle>
          <a:p>
            <a:endParaRPr/>
          </a:p>
        </p:txBody>
      </p:sp>
      <p:sp>
        <p:nvSpPr>
          <p:cNvPr id="40" name="Google Shape;40;p7"/>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41" name="Google Shape;41;p7"/>
          <p:cNvCxnSpPr/>
          <p:nvPr/>
        </p:nvCxnSpPr>
        <p:spPr>
          <a:xfrm>
            <a:off x="320040" y="4767263"/>
            <a:ext cx="8503800" cy="0"/>
          </a:xfrm>
          <a:prstGeom prst="straightConnector1">
            <a:avLst/>
          </a:prstGeom>
          <a:noFill/>
          <a:ln w="9525" cap="flat" cmpd="sng">
            <a:solidFill>
              <a:srgbClr val="7F7F7F"/>
            </a:solidFill>
            <a:prstDash val="solid"/>
            <a:miter lim="800000"/>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bjective Slide">
  <p:cSld name="Objective Slide">
    <p:spTree>
      <p:nvGrpSpPr>
        <p:cNvPr id="1" name="Shape 42"/>
        <p:cNvGrpSpPr/>
        <p:nvPr/>
      </p:nvGrpSpPr>
      <p:grpSpPr>
        <a:xfrm>
          <a:off x="0" y="0"/>
          <a:ext cx="0" cy="0"/>
          <a:chOff x="0" y="0"/>
          <a:chExt cx="0" cy="0"/>
        </a:xfrm>
      </p:grpSpPr>
      <p:sp>
        <p:nvSpPr>
          <p:cNvPr id="43" name="Google Shape;43;p8"/>
          <p:cNvSpPr/>
          <p:nvPr/>
        </p:nvSpPr>
        <p:spPr>
          <a:xfrm>
            <a:off x="0" y="1200151"/>
            <a:ext cx="9144000" cy="3567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 name="Google Shape;44;p8"/>
          <p:cNvSpPr txBox="1">
            <a:spLocks noGrp="1"/>
          </p:cNvSpPr>
          <p:nvPr>
            <p:ph type="title"/>
          </p:nvPr>
        </p:nvSpPr>
        <p:spPr>
          <a:xfrm>
            <a:off x="320040" y="273844"/>
            <a:ext cx="8503800" cy="82350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8"/>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a:solidFill>
                  <a:schemeClr val="dk2"/>
                </a:solidFill>
                <a:latin typeface="Calibri"/>
                <a:ea typeface="Calibri"/>
                <a:cs typeface="Calibri"/>
                <a:sym typeface="Calibri"/>
              </a:defRPr>
            </a:lvl1pPr>
            <a:lvl2pPr marL="0" lvl="1" indent="0" algn="r">
              <a:spcBef>
                <a:spcPts val="0"/>
              </a:spcBef>
              <a:buNone/>
              <a:defRPr sz="800">
                <a:solidFill>
                  <a:schemeClr val="dk2"/>
                </a:solidFill>
                <a:latin typeface="Calibri"/>
                <a:ea typeface="Calibri"/>
                <a:cs typeface="Calibri"/>
                <a:sym typeface="Calibri"/>
              </a:defRPr>
            </a:lvl2pPr>
            <a:lvl3pPr marL="0" lvl="2" indent="0" algn="r">
              <a:spcBef>
                <a:spcPts val="0"/>
              </a:spcBef>
              <a:buNone/>
              <a:defRPr sz="800">
                <a:solidFill>
                  <a:schemeClr val="dk2"/>
                </a:solidFill>
                <a:latin typeface="Calibri"/>
                <a:ea typeface="Calibri"/>
                <a:cs typeface="Calibri"/>
                <a:sym typeface="Calibri"/>
              </a:defRPr>
            </a:lvl3pPr>
            <a:lvl4pPr marL="0" lvl="3" indent="0" algn="r">
              <a:spcBef>
                <a:spcPts val="0"/>
              </a:spcBef>
              <a:buNone/>
              <a:defRPr sz="800">
                <a:solidFill>
                  <a:schemeClr val="dk2"/>
                </a:solidFill>
                <a:latin typeface="Calibri"/>
                <a:ea typeface="Calibri"/>
                <a:cs typeface="Calibri"/>
                <a:sym typeface="Calibri"/>
              </a:defRPr>
            </a:lvl4pPr>
            <a:lvl5pPr marL="0" lvl="4" indent="0" algn="r">
              <a:spcBef>
                <a:spcPts val="0"/>
              </a:spcBef>
              <a:buNone/>
              <a:defRPr sz="800">
                <a:solidFill>
                  <a:schemeClr val="dk2"/>
                </a:solidFill>
                <a:latin typeface="Calibri"/>
                <a:ea typeface="Calibri"/>
                <a:cs typeface="Calibri"/>
                <a:sym typeface="Calibri"/>
              </a:defRPr>
            </a:lvl5pPr>
            <a:lvl6pPr marL="0" lvl="5" indent="0" algn="r">
              <a:spcBef>
                <a:spcPts val="0"/>
              </a:spcBef>
              <a:buNone/>
              <a:defRPr sz="800">
                <a:solidFill>
                  <a:schemeClr val="dk2"/>
                </a:solidFill>
                <a:latin typeface="Calibri"/>
                <a:ea typeface="Calibri"/>
                <a:cs typeface="Calibri"/>
                <a:sym typeface="Calibri"/>
              </a:defRPr>
            </a:lvl6pPr>
            <a:lvl7pPr marL="0" lvl="6" indent="0" algn="r">
              <a:spcBef>
                <a:spcPts val="0"/>
              </a:spcBef>
              <a:buNone/>
              <a:defRPr sz="800">
                <a:solidFill>
                  <a:schemeClr val="dk2"/>
                </a:solidFill>
                <a:latin typeface="Calibri"/>
                <a:ea typeface="Calibri"/>
                <a:cs typeface="Calibri"/>
                <a:sym typeface="Calibri"/>
              </a:defRPr>
            </a:lvl7pPr>
            <a:lvl8pPr marL="0" lvl="7" indent="0" algn="r">
              <a:spcBef>
                <a:spcPts val="0"/>
              </a:spcBef>
              <a:buNone/>
              <a:defRPr sz="800">
                <a:solidFill>
                  <a:schemeClr val="dk2"/>
                </a:solidFill>
                <a:latin typeface="Calibri"/>
                <a:ea typeface="Calibri"/>
                <a:cs typeface="Calibri"/>
                <a:sym typeface="Calibri"/>
              </a:defRPr>
            </a:lvl8pPr>
            <a:lvl9pPr marL="0" lvl="8" indent="0" algn="r">
              <a:spcBef>
                <a:spcPts val="0"/>
              </a:spcBef>
              <a:buNone/>
              <a:defRPr sz="80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46" name="Google Shape;46;p8"/>
          <p:cNvSpPr txBox="1">
            <a:spLocks noGrp="1"/>
          </p:cNvSpPr>
          <p:nvPr>
            <p:ph type="body" idx="1"/>
          </p:nvPr>
        </p:nvSpPr>
        <p:spPr>
          <a:xfrm>
            <a:off x="2137718" y="3671599"/>
            <a:ext cx="6686100" cy="1095600"/>
          </a:xfrm>
          <a:prstGeom prst="rect">
            <a:avLst/>
          </a:prstGeom>
          <a:noFill/>
          <a:ln>
            <a:noFill/>
          </a:ln>
        </p:spPr>
        <p:txBody>
          <a:bodyPr spcFirstLastPara="1" wrap="square" lIns="0" tIns="182875" rIns="0" bIns="45700" anchor="ctr" anchorCtr="0">
            <a:normAutofit/>
          </a:bodyPr>
          <a:lstStyle>
            <a:lvl1pPr marL="457200" lvl="0" indent="-342900" algn="l" rtl="0">
              <a:lnSpc>
                <a:spcPct val="90000"/>
              </a:lnSpc>
              <a:spcBef>
                <a:spcPts val="750"/>
              </a:spcBef>
              <a:spcAft>
                <a:spcPts val="0"/>
              </a:spcAft>
              <a:buSzPts val="1800"/>
              <a:buChar char="•"/>
              <a:defRPr sz="1800" b="0" i="0">
                <a:latin typeface="Calibri"/>
                <a:ea typeface="Calibri"/>
                <a:cs typeface="Calibri"/>
                <a:sym typeface="Calibri"/>
              </a:defRPr>
            </a:lvl1pPr>
            <a:lvl2pPr marL="914400" lvl="1" indent="-342900" algn="l" rtl="0">
              <a:lnSpc>
                <a:spcPct val="90000"/>
              </a:lnSpc>
              <a:spcBef>
                <a:spcPts val="375"/>
              </a:spcBef>
              <a:spcAft>
                <a:spcPts val="0"/>
              </a:spcAft>
              <a:buSzPts val="1800"/>
              <a:buChar char="•"/>
              <a:defRPr sz="1800" b="0" i="0">
                <a:latin typeface="Calibri"/>
                <a:ea typeface="Calibri"/>
                <a:cs typeface="Calibri"/>
                <a:sym typeface="Calibri"/>
              </a:defRPr>
            </a:lvl2pPr>
            <a:lvl3pPr marL="1371600" lvl="2" indent="-228600" algn="l" rtl="0">
              <a:lnSpc>
                <a:spcPct val="90000"/>
              </a:lnSpc>
              <a:spcBef>
                <a:spcPts val="375"/>
              </a:spcBef>
              <a:spcAft>
                <a:spcPts val="0"/>
              </a:spcAft>
              <a:buSzPts val="1800"/>
              <a:buNone/>
              <a:defRPr/>
            </a:lvl3pPr>
            <a:lvl4pPr marL="1828800" lvl="3" indent="-342900" algn="l" rtl="0">
              <a:lnSpc>
                <a:spcPct val="90000"/>
              </a:lnSpc>
              <a:spcBef>
                <a:spcPts val="375"/>
              </a:spcBef>
              <a:spcAft>
                <a:spcPts val="0"/>
              </a:spcAft>
              <a:buSzPts val="1800"/>
              <a:buChar char="•"/>
              <a:defRPr/>
            </a:lvl4pPr>
            <a:lvl5pPr marL="2286000" lvl="4" indent="-342900" algn="l" rtl="0">
              <a:lnSpc>
                <a:spcPct val="90000"/>
              </a:lnSpc>
              <a:spcBef>
                <a:spcPts val="375"/>
              </a:spcBef>
              <a:spcAft>
                <a:spcPts val="0"/>
              </a:spcAft>
              <a:buSzPts val="1800"/>
              <a:buChar char="•"/>
              <a:defRPr/>
            </a:lvl5pPr>
            <a:lvl6pPr marL="2743200" lvl="5" indent="-342900" algn="l" rtl="0">
              <a:lnSpc>
                <a:spcPct val="90000"/>
              </a:lnSpc>
              <a:spcBef>
                <a:spcPts val="375"/>
              </a:spcBef>
              <a:spcAft>
                <a:spcPts val="0"/>
              </a:spcAft>
              <a:buSzPts val="1800"/>
              <a:buChar char="•"/>
              <a:defRPr/>
            </a:lvl6pPr>
            <a:lvl7pPr marL="3200400" lvl="6" indent="-342900" algn="l" rtl="0">
              <a:lnSpc>
                <a:spcPct val="90000"/>
              </a:lnSpc>
              <a:spcBef>
                <a:spcPts val="375"/>
              </a:spcBef>
              <a:spcAft>
                <a:spcPts val="0"/>
              </a:spcAft>
              <a:buSzPts val="1800"/>
              <a:buChar char="•"/>
              <a:defRPr/>
            </a:lvl7pPr>
            <a:lvl8pPr marL="3657600" lvl="7" indent="-342900" algn="l" rtl="0">
              <a:lnSpc>
                <a:spcPct val="90000"/>
              </a:lnSpc>
              <a:spcBef>
                <a:spcPts val="375"/>
              </a:spcBef>
              <a:spcAft>
                <a:spcPts val="0"/>
              </a:spcAft>
              <a:buSzPts val="1800"/>
              <a:buChar char="•"/>
              <a:defRPr/>
            </a:lvl8pPr>
            <a:lvl9pPr marL="4114800" lvl="8" indent="-342900" algn="l" rtl="0">
              <a:lnSpc>
                <a:spcPct val="90000"/>
              </a:lnSpc>
              <a:spcBef>
                <a:spcPts val="375"/>
              </a:spcBef>
              <a:spcAft>
                <a:spcPts val="0"/>
              </a:spcAft>
              <a:buSzPts val="1800"/>
              <a:buChar char="•"/>
              <a:defRPr/>
            </a:lvl9pPr>
          </a:lstStyle>
          <a:p>
            <a:endParaRPr/>
          </a:p>
        </p:txBody>
      </p:sp>
      <p:sp>
        <p:nvSpPr>
          <p:cNvPr id="47" name="Google Shape;47;p8"/>
          <p:cNvSpPr txBox="1">
            <a:spLocks noGrp="1"/>
          </p:cNvSpPr>
          <p:nvPr>
            <p:ph type="body" idx="2"/>
          </p:nvPr>
        </p:nvSpPr>
        <p:spPr>
          <a:xfrm>
            <a:off x="2137717" y="2458052"/>
            <a:ext cx="6686100" cy="1095600"/>
          </a:xfrm>
          <a:prstGeom prst="rect">
            <a:avLst/>
          </a:prstGeom>
          <a:noFill/>
          <a:ln>
            <a:noFill/>
          </a:ln>
        </p:spPr>
        <p:txBody>
          <a:bodyPr spcFirstLastPara="1" wrap="square" lIns="0" tIns="182875" rIns="0" bIns="45700" anchor="ctr" anchorCtr="0">
            <a:normAutofit/>
          </a:bodyPr>
          <a:lstStyle>
            <a:lvl1pPr marL="457200" lvl="0" indent="-342900" algn="l" rtl="0">
              <a:lnSpc>
                <a:spcPct val="90000"/>
              </a:lnSpc>
              <a:spcBef>
                <a:spcPts val="750"/>
              </a:spcBef>
              <a:spcAft>
                <a:spcPts val="0"/>
              </a:spcAft>
              <a:buSzPts val="1800"/>
              <a:buChar char="•"/>
              <a:defRPr sz="1800" b="0" i="0">
                <a:latin typeface="Calibri"/>
                <a:ea typeface="Calibri"/>
                <a:cs typeface="Calibri"/>
                <a:sym typeface="Calibri"/>
              </a:defRPr>
            </a:lvl1pPr>
            <a:lvl2pPr marL="914400" lvl="1" indent="-342900" algn="l" rtl="0">
              <a:lnSpc>
                <a:spcPct val="90000"/>
              </a:lnSpc>
              <a:spcBef>
                <a:spcPts val="375"/>
              </a:spcBef>
              <a:spcAft>
                <a:spcPts val="0"/>
              </a:spcAft>
              <a:buSzPts val="1800"/>
              <a:buChar char="•"/>
              <a:defRPr sz="1800" b="0" i="0">
                <a:latin typeface="Calibri"/>
                <a:ea typeface="Calibri"/>
                <a:cs typeface="Calibri"/>
                <a:sym typeface="Calibri"/>
              </a:defRPr>
            </a:lvl2pPr>
            <a:lvl3pPr marL="1371600" lvl="2" indent="-228600" algn="l" rtl="0">
              <a:lnSpc>
                <a:spcPct val="90000"/>
              </a:lnSpc>
              <a:spcBef>
                <a:spcPts val="375"/>
              </a:spcBef>
              <a:spcAft>
                <a:spcPts val="0"/>
              </a:spcAft>
              <a:buSzPts val="1800"/>
              <a:buNone/>
              <a:defRPr/>
            </a:lvl3pPr>
            <a:lvl4pPr marL="1828800" lvl="3" indent="-342900" algn="l" rtl="0">
              <a:lnSpc>
                <a:spcPct val="90000"/>
              </a:lnSpc>
              <a:spcBef>
                <a:spcPts val="375"/>
              </a:spcBef>
              <a:spcAft>
                <a:spcPts val="0"/>
              </a:spcAft>
              <a:buSzPts val="1800"/>
              <a:buChar char="•"/>
              <a:defRPr/>
            </a:lvl4pPr>
            <a:lvl5pPr marL="2286000" lvl="4" indent="-342900" algn="l" rtl="0">
              <a:lnSpc>
                <a:spcPct val="90000"/>
              </a:lnSpc>
              <a:spcBef>
                <a:spcPts val="375"/>
              </a:spcBef>
              <a:spcAft>
                <a:spcPts val="0"/>
              </a:spcAft>
              <a:buSzPts val="1800"/>
              <a:buChar char="•"/>
              <a:defRPr/>
            </a:lvl5pPr>
            <a:lvl6pPr marL="2743200" lvl="5" indent="-342900" algn="l" rtl="0">
              <a:lnSpc>
                <a:spcPct val="90000"/>
              </a:lnSpc>
              <a:spcBef>
                <a:spcPts val="375"/>
              </a:spcBef>
              <a:spcAft>
                <a:spcPts val="0"/>
              </a:spcAft>
              <a:buSzPts val="1800"/>
              <a:buChar char="•"/>
              <a:defRPr/>
            </a:lvl6pPr>
            <a:lvl7pPr marL="3200400" lvl="6" indent="-342900" algn="l" rtl="0">
              <a:lnSpc>
                <a:spcPct val="90000"/>
              </a:lnSpc>
              <a:spcBef>
                <a:spcPts val="375"/>
              </a:spcBef>
              <a:spcAft>
                <a:spcPts val="0"/>
              </a:spcAft>
              <a:buSzPts val="1800"/>
              <a:buChar char="•"/>
              <a:defRPr/>
            </a:lvl7pPr>
            <a:lvl8pPr marL="3657600" lvl="7" indent="-342900" algn="l" rtl="0">
              <a:lnSpc>
                <a:spcPct val="90000"/>
              </a:lnSpc>
              <a:spcBef>
                <a:spcPts val="375"/>
              </a:spcBef>
              <a:spcAft>
                <a:spcPts val="0"/>
              </a:spcAft>
              <a:buSzPts val="1800"/>
              <a:buChar char="•"/>
              <a:defRPr/>
            </a:lvl8pPr>
            <a:lvl9pPr marL="4114800" lvl="8" indent="-342900" algn="l" rtl="0">
              <a:lnSpc>
                <a:spcPct val="90000"/>
              </a:lnSpc>
              <a:spcBef>
                <a:spcPts val="375"/>
              </a:spcBef>
              <a:spcAft>
                <a:spcPts val="0"/>
              </a:spcAft>
              <a:buSzPts val="1800"/>
              <a:buChar char="•"/>
              <a:defRPr/>
            </a:lvl9pPr>
          </a:lstStyle>
          <a:p>
            <a:endParaRPr/>
          </a:p>
        </p:txBody>
      </p:sp>
      <p:sp>
        <p:nvSpPr>
          <p:cNvPr id="48" name="Google Shape;48;p8"/>
          <p:cNvSpPr txBox="1">
            <a:spLocks noGrp="1"/>
          </p:cNvSpPr>
          <p:nvPr>
            <p:ph type="body" idx="3"/>
          </p:nvPr>
        </p:nvSpPr>
        <p:spPr>
          <a:xfrm>
            <a:off x="2137716" y="1199675"/>
            <a:ext cx="6686100" cy="1095600"/>
          </a:xfrm>
          <a:prstGeom prst="rect">
            <a:avLst/>
          </a:prstGeom>
          <a:noFill/>
          <a:ln>
            <a:noFill/>
          </a:ln>
        </p:spPr>
        <p:txBody>
          <a:bodyPr spcFirstLastPara="1" wrap="square" lIns="0" tIns="182875" rIns="0" bIns="45700" anchor="ctr" anchorCtr="0">
            <a:normAutofit/>
          </a:bodyPr>
          <a:lstStyle>
            <a:lvl1pPr marL="457200" lvl="0" indent="-342900" algn="l" rtl="0">
              <a:lnSpc>
                <a:spcPct val="90000"/>
              </a:lnSpc>
              <a:spcBef>
                <a:spcPts val="750"/>
              </a:spcBef>
              <a:spcAft>
                <a:spcPts val="0"/>
              </a:spcAft>
              <a:buClr>
                <a:schemeClr val="dk2"/>
              </a:buClr>
              <a:buSzPts val="1800"/>
              <a:buChar char="•"/>
              <a:defRPr sz="1800" b="0" i="0">
                <a:latin typeface="Calibri"/>
                <a:ea typeface="Calibri"/>
                <a:cs typeface="Calibri"/>
                <a:sym typeface="Calibri"/>
              </a:defRPr>
            </a:lvl1pPr>
            <a:lvl2pPr marL="914400" lvl="1" indent="-228600" algn="l" rtl="0">
              <a:lnSpc>
                <a:spcPct val="90000"/>
              </a:lnSpc>
              <a:spcBef>
                <a:spcPts val="375"/>
              </a:spcBef>
              <a:spcAft>
                <a:spcPts val="0"/>
              </a:spcAft>
              <a:buClr>
                <a:schemeClr val="dk2"/>
              </a:buClr>
              <a:buSzPts val="1800"/>
              <a:buNone/>
              <a:defRPr sz="1800" b="0" i="0">
                <a:latin typeface="Calibri"/>
                <a:ea typeface="Calibri"/>
                <a:cs typeface="Calibri"/>
                <a:sym typeface="Calibri"/>
              </a:defRPr>
            </a:lvl2pPr>
            <a:lvl3pPr marL="1371600" lvl="2" indent="-228600" algn="l" rtl="0">
              <a:lnSpc>
                <a:spcPct val="90000"/>
              </a:lnSpc>
              <a:spcBef>
                <a:spcPts val="375"/>
              </a:spcBef>
              <a:spcAft>
                <a:spcPts val="0"/>
              </a:spcAft>
              <a:buClr>
                <a:schemeClr val="dk2"/>
              </a:buClr>
              <a:buSzPts val="1800"/>
              <a:buNone/>
              <a:defRPr/>
            </a:lvl3pPr>
            <a:lvl4pPr marL="1828800" lvl="3" indent="-342900" algn="l" rtl="0">
              <a:lnSpc>
                <a:spcPct val="90000"/>
              </a:lnSpc>
              <a:spcBef>
                <a:spcPts val="375"/>
              </a:spcBef>
              <a:spcAft>
                <a:spcPts val="0"/>
              </a:spcAft>
              <a:buClr>
                <a:schemeClr val="dk2"/>
              </a:buClr>
              <a:buSzPts val="1800"/>
              <a:buChar char="•"/>
              <a:defRPr/>
            </a:lvl4pPr>
            <a:lvl5pPr marL="2286000" lvl="4" indent="-342900" algn="l" rtl="0">
              <a:lnSpc>
                <a:spcPct val="90000"/>
              </a:lnSpc>
              <a:spcBef>
                <a:spcPts val="375"/>
              </a:spcBef>
              <a:spcAft>
                <a:spcPts val="0"/>
              </a:spcAft>
              <a:buSzPts val="1800"/>
              <a:buChar char="•"/>
              <a:defRPr/>
            </a:lvl5pPr>
            <a:lvl6pPr marL="2743200" lvl="5" indent="-342900" algn="l" rtl="0">
              <a:lnSpc>
                <a:spcPct val="90000"/>
              </a:lnSpc>
              <a:spcBef>
                <a:spcPts val="375"/>
              </a:spcBef>
              <a:spcAft>
                <a:spcPts val="0"/>
              </a:spcAft>
              <a:buSzPts val="1800"/>
              <a:buChar char="•"/>
              <a:defRPr/>
            </a:lvl6pPr>
            <a:lvl7pPr marL="3200400" lvl="6" indent="-342900" algn="l" rtl="0">
              <a:lnSpc>
                <a:spcPct val="90000"/>
              </a:lnSpc>
              <a:spcBef>
                <a:spcPts val="375"/>
              </a:spcBef>
              <a:spcAft>
                <a:spcPts val="0"/>
              </a:spcAft>
              <a:buSzPts val="1800"/>
              <a:buChar char="•"/>
              <a:defRPr/>
            </a:lvl7pPr>
            <a:lvl8pPr marL="3657600" lvl="7" indent="-342900" algn="l" rtl="0">
              <a:lnSpc>
                <a:spcPct val="90000"/>
              </a:lnSpc>
              <a:spcBef>
                <a:spcPts val="375"/>
              </a:spcBef>
              <a:spcAft>
                <a:spcPts val="0"/>
              </a:spcAft>
              <a:buSzPts val="1800"/>
              <a:buChar char="•"/>
              <a:defRPr/>
            </a:lvl8pPr>
            <a:lvl9pPr marL="4114800" lvl="8" indent="-342900" algn="l" rtl="0">
              <a:lnSpc>
                <a:spcPct val="90000"/>
              </a:lnSpc>
              <a:spcBef>
                <a:spcPts val="375"/>
              </a:spcBef>
              <a:spcAft>
                <a:spcPts val="0"/>
              </a:spcAft>
              <a:buSzPts val="1800"/>
              <a:buChar char="•"/>
              <a:defRPr/>
            </a:lvl9pPr>
          </a:lstStyle>
          <a:p>
            <a:endParaRPr/>
          </a:p>
        </p:txBody>
      </p:sp>
      <p:sp>
        <p:nvSpPr>
          <p:cNvPr id="49" name="Google Shape;49;p8"/>
          <p:cNvSpPr txBox="1"/>
          <p:nvPr/>
        </p:nvSpPr>
        <p:spPr>
          <a:xfrm>
            <a:off x="320040" y="1373558"/>
            <a:ext cx="1224600" cy="831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4800">
                <a:solidFill>
                  <a:schemeClr val="dk1"/>
                </a:solidFill>
                <a:latin typeface="Georgia"/>
                <a:ea typeface="Georgia"/>
                <a:cs typeface="Georgia"/>
                <a:sym typeface="Georgia"/>
              </a:rPr>
              <a:t>1</a:t>
            </a:r>
            <a:endParaRPr/>
          </a:p>
        </p:txBody>
      </p:sp>
      <p:sp>
        <p:nvSpPr>
          <p:cNvPr id="50" name="Google Shape;50;p8"/>
          <p:cNvSpPr txBox="1"/>
          <p:nvPr/>
        </p:nvSpPr>
        <p:spPr>
          <a:xfrm>
            <a:off x="320039" y="2458052"/>
            <a:ext cx="1224600" cy="831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4800">
                <a:solidFill>
                  <a:schemeClr val="dk1"/>
                </a:solidFill>
                <a:latin typeface="Georgia"/>
                <a:ea typeface="Georgia"/>
                <a:cs typeface="Georgia"/>
                <a:sym typeface="Georgia"/>
              </a:rPr>
              <a:t>2</a:t>
            </a:r>
            <a:endParaRPr/>
          </a:p>
        </p:txBody>
      </p:sp>
      <p:sp>
        <p:nvSpPr>
          <p:cNvPr id="51" name="Google Shape;51;p8"/>
          <p:cNvSpPr txBox="1"/>
          <p:nvPr/>
        </p:nvSpPr>
        <p:spPr>
          <a:xfrm>
            <a:off x="320039" y="3671599"/>
            <a:ext cx="1224600" cy="831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 sz="4800">
                <a:solidFill>
                  <a:schemeClr val="dk1"/>
                </a:solidFill>
                <a:latin typeface="Georgia"/>
                <a:ea typeface="Georgia"/>
                <a:cs typeface="Georgia"/>
                <a:sym typeface="Georgia"/>
              </a:rPr>
              <a:t>3</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ata slide">
  <p:cSld name="Data slide">
    <p:spTree>
      <p:nvGrpSpPr>
        <p:cNvPr id="1" name="Shape 52"/>
        <p:cNvGrpSpPr/>
        <p:nvPr/>
      </p:nvGrpSpPr>
      <p:grpSpPr>
        <a:xfrm>
          <a:off x="0" y="0"/>
          <a:ext cx="0" cy="0"/>
          <a:chOff x="0" y="0"/>
          <a:chExt cx="0" cy="0"/>
        </a:xfrm>
      </p:grpSpPr>
      <p:sp>
        <p:nvSpPr>
          <p:cNvPr id="53" name="Google Shape;53;p9"/>
          <p:cNvSpPr/>
          <p:nvPr/>
        </p:nvSpPr>
        <p:spPr>
          <a:xfrm>
            <a:off x="4572000" y="0"/>
            <a:ext cx="4572000" cy="51435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 name="Google Shape;54;p9"/>
          <p:cNvSpPr txBox="1">
            <a:spLocks noGrp="1"/>
          </p:cNvSpPr>
          <p:nvPr>
            <p:ph type="title"/>
          </p:nvPr>
        </p:nvSpPr>
        <p:spPr>
          <a:xfrm>
            <a:off x="320040" y="273844"/>
            <a:ext cx="4023300" cy="82350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9"/>
          <p:cNvSpPr txBox="1">
            <a:spLocks noGrp="1"/>
          </p:cNvSpPr>
          <p:nvPr>
            <p:ph type="body" idx="1"/>
          </p:nvPr>
        </p:nvSpPr>
        <p:spPr>
          <a:xfrm>
            <a:off x="320038" y="1231821"/>
            <a:ext cx="4023300" cy="3400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750"/>
              </a:spcBef>
              <a:spcAft>
                <a:spcPts val="0"/>
              </a:spcAft>
              <a:buSzPts val="1800"/>
              <a:buChar char="•"/>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56" name="Google Shape;56;p9"/>
          <p:cNvSpPr txBox="1">
            <a:spLocks noGrp="1"/>
          </p:cNvSpPr>
          <p:nvPr>
            <p:ph type="body" idx="2"/>
          </p:nvPr>
        </p:nvSpPr>
        <p:spPr>
          <a:xfrm>
            <a:off x="4800600" y="273845"/>
            <a:ext cx="4023300" cy="43590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750"/>
              </a:spcBef>
              <a:spcAft>
                <a:spcPts val="0"/>
              </a:spcAft>
              <a:buSzPts val="1800"/>
              <a:buChar char="•"/>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57" name="Google Shape;57;p9"/>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58" name="Google Shape;58;p9"/>
          <p:cNvCxnSpPr/>
          <p:nvPr/>
        </p:nvCxnSpPr>
        <p:spPr>
          <a:xfrm>
            <a:off x="320040" y="4767263"/>
            <a:ext cx="8503800" cy="0"/>
          </a:xfrm>
          <a:prstGeom prst="straightConnector1">
            <a:avLst/>
          </a:prstGeom>
          <a:noFill/>
          <a:ln w="9525" cap="flat" cmpd="sng">
            <a:solidFill>
              <a:srgbClr val="7F7F7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Divider - Thank You">
  <p:cSld name="Divider - Thank You">
    <p:bg>
      <p:bgPr>
        <a:solidFill>
          <a:srgbClr val="53565A"/>
        </a:solidFill>
        <a:effectLst/>
      </p:bgPr>
    </p:bg>
    <p:spTree>
      <p:nvGrpSpPr>
        <p:cNvPr id="1" name="Shape 59"/>
        <p:cNvGrpSpPr/>
        <p:nvPr/>
      </p:nvGrpSpPr>
      <p:grpSpPr>
        <a:xfrm>
          <a:off x="0" y="0"/>
          <a:ext cx="0" cy="0"/>
          <a:chOff x="0" y="0"/>
          <a:chExt cx="0" cy="0"/>
        </a:xfrm>
      </p:grpSpPr>
      <p:pic>
        <p:nvPicPr>
          <p:cNvPr id="60" name="Google Shape;60;p10" descr="Background pattern&#10;&#10;Description automatically generated"/>
          <p:cNvPicPr preferRelativeResize="0"/>
          <p:nvPr/>
        </p:nvPicPr>
        <p:blipFill rotWithShape="1">
          <a:blip r:embed="rId2">
            <a:alphaModFix amt="70000"/>
          </a:blip>
          <a:srcRect/>
          <a:stretch/>
        </p:blipFill>
        <p:spPr>
          <a:xfrm>
            <a:off x="0" y="0"/>
            <a:ext cx="2893735" cy="5143500"/>
          </a:xfrm>
          <a:prstGeom prst="rect">
            <a:avLst/>
          </a:prstGeom>
          <a:noFill/>
          <a:ln>
            <a:noFill/>
          </a:ln>
        </p:spPr>
      </p:pic>
      <p:sp>
        <p:nvSpPr>
          <p:cNvPr id="61" name="Google Shape;61;p10"/>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a:solidFill>
                  <a:schemeClr val="lt1"/>
                </a:solidFill>
                <a:latin typeface="Calibri"/>
                <a:ea typeface="Calibri"/>
                <a:cs typeface="Calibri"/>
                <a:sym typeface="Calibri"/>
              </a:defRPr>
            </a:lvl1pPr>
            <a:lvl2pPr marL="0" lvl="1" indent="0" algn="r">
              <a:spcBef>
                <a:spcPts val="0"/>
              </a:spcBef>
              <a:buNone/>
              <a:defRPr sz="800">
                <a:solidFill>
                  <a:schemeClr val="lt1"/>
                </a:solidFill>
                <a:latin typeface="Calibri"/>
                <a:ea typeface="Calibri"/>
                <a:cs typeface="Calibri"/>
                <a:sym typeface="Calibri"/>
              </a:defRPr>
            </a:lvl2pPr>
            <a:lvl3pPr marL="0" lvl="2" indent="0" algn="r">
              <a:spcBef>
                <a:spcPts val="0"/>
              </a:spcBef>
              <a:buNone/>
              <a:defRPr sz="800">
                <a:solidFill>
                  <a:schemeClr val="lt1"/>
                </a:solidFill>
                <a:latin typeface="Calibri"/>
                <a:ea typeface="Calibri"/>
                <a:cs typeface="Calibri"/>
                <a:sym typeface="Calibri"/>
              </a:defRPr>
            </a:lvl3pPr>
            <a:lvl4pPr marL="0" lvl="3" indent="0" algn="r">
              <a:spcBef>
                <a:spcPts val="0"/>
              </a:spcBef>
              <a:buNone/>
              <a:defRPr sz="800">
                <a:solidFill>
                  <a:schemeClr val="lt1"/>
                </a:solidFill>
                <a:latin typeface="Calibri"/>
                <a:ea typeface="Calibri"/>
                <a:cs typeface="Calibri"/>
                <a:sym typeface="Calibri"/>
              </a:defRPr>
            </a:lvl4pPr>
            <a:lvl5pPr marL="0" lvl="4" indent="0" algn="r">
              <a:spcBef>
                <a:spcPts val="0"/>
              </a:spcBef>
              <a:buNone/>
              <a:defRPr sz="800">
                <a:solidFill>
                  <a:schemeClr val="lt1"/>
                </a:solidFill>
                <a:latin typeface="Calibri"/>
                <a:ea typeface="Calibri"/>
                <a:cs typeface="Calibri"/>
                <a:sym typeface="Calibri"/>
              </a:defRPr>
            </a:lvl5pPr>
            <a:lvl6pPr marL="0" lvl="5" indent="0" algn="r">
              <a:spcBef>
                <a:spcPts val="0"/>
              </a:spcBef>
              <a:buNone/>
              <a:defRPr sz="800">
                <a:solidFill>
                  <a:schemeClr val="lt1"/>
                </a:solidFill>
                <a:latin typeface="Calibri"/>
                <a:ea typeface="Calibri"/>
                <a:cs typeface="Calibri"/>
                <a:sym typeface="Calibri"/>
              </a:defRPr>
            </a:lvl6pPr>
            <a:lvl7pPr marL="0" lvl="6" indent="0" algn="r">
              <a:spcBef>
                <a:spcPts val="0"/>
              </a:spcBef>
              <a:buNone/>
              <a:defRPr sz="800">
                <a:solidFill>
                  <a:schemeClr val="lt1"/>
                </a:solidFill>
                <a:latin typeface="Calibri"/>
                <a:ea typeface="Calibri"/>
                <a:cs typeface="Calibri"/>
                <a:sym typeface="Calibri"/>
              </a:defRPr>
            </a:lvl7pPr>
            <a:lvl8pPr marL="0" lvl="7" indent="0" algn="r">
              <a:spcBef>
                <a:spcPts val="0"/>
              </a:spcBef>
              <a:buNone/>
              <a:defRPr sz="800">
                <a:solidFill>
                  <a:schemeClr val="lt1"/>
                </a:solidFill>
                <a:latin typeface="Calibri"/>
                <a:ea typeface="Calibri"/>
                <a:cs typeface="Calibri"/>
                <a:sym typeface="Calibri"/>
              </a:defRPr>
            </a:lvl8pPr>
            <a:lvl9pPr marL="0" lvl="8" indent="0" algn="r">
              <a:spcBef>
                <a:spcPts val="0"/>
              </a:spcBef>
              <a:buNone/>
              <a:defRPr sz="8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62" name="Google Shape;62;p10"/>
          <p:cNvSpPr txBox="1">
            <a:spLocks noGrp="1"/>
          </p:cNvSpPr>
          <p:nvPr>
            <p:ph type="ctrTitle"/>
          </p:nvPr>
        </p:nvSpPr>
        <p:spPr>
          <a:xfrm>
            <a:off x="1363132" y="2968838"/>
            <a:ext cx="7479900" cy="1660500"/>
          </a:xfrm>
          <a:prstGeom prst="rect">
            <a:avLst/>
          </a:prstGeom>
          <a:noFill/>
          <a:ln>
            <a:noFill/>
          </a:ln>
        </p:spPr>
        <p:txBody>
          <a:bodyPr spcFirstLastPara="1" wrap="square" lIns="0" tIns="45700" rIns="0" bIns="45700" anchor="b" anchorCtr="0">
            <a:normAutofit/>
          </a:bodyPr>
          <a:lstStyle>
            <a:lvl1pPr lvl="0" algn="r">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63" name="Google Shape;63;p10"/>
          <p:cNvPicPr preferRelativeResize="0"/>
          <p:nvPr/>
        </p:nvPicPr>
        <p:blipFill rotWithShape="1">
          <a:blip r:embed="rId3">
            <a:alphaModFix/>
          </a:blip>
          <a:srcRect/>
          <a:stretch/>
        </p:blipFill>
        <p:spPr>
          <a:xfrm>
            <a:off x="313316" y="4850851"/>
            <a:ext cx="1283818" cy="154634"/>
          </a:xfrm>
          <a:prstGeom prst="rect">
            <a:avLst/>
          </a:prstGeom>
          <a:noFill/>
          <a:ln>
            <a:noFill/>
          </a:ln>
        </p:spPr>
      </p:pic>
      <p:cxnSp>
        <p:nvCxnSpPr>
          <p:cNvPr id="64" name="Google Shape;64;p10"/>
          <p:cNvCxnSpPr/>
          <p:nvPr/>
        </p:nvCxnSpPr>
        <p:spPr>
          <a:xfrm>
            <a:off x="320040" y="4767263"/>
            <a:ext cx="8503800"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w/image">
  <p:cSld name="Title Slide w/image">
    <p:bg>
      <p:bgPr>
        <a:solidFill>
          <a:schemeClr val="dk1"/>
        </a:solidFill>
        <a:effectLst/>
      </p:bgPr>
    </p:bg>
    <p:spTree>
      <p:nvGrpSpPr>
        <p:cNvPr id="1" name="Shape 65"/>
        <p:cNvGrpSpPr/>
        <p:nvPr/>
      </p:nvGrpSpPr>
      <p:grpSpPr>
        <a:xfrm>
          <a:off x="0" y="0"/>
          <a:ext cx="0" cy="0"/>
          <a:chOff x="0" y="0"/>
          <a:chExt cx="0" cy="0"/>
        </a:xfrm>
      </p:grpSpPr>
      <p:pic>
        <p:nvPicPr>
          <p:cNvPr id="66" name="Google Shape;66;p11" descr="Background pattern&#10;&#10;Description automatically generated"/>
          <p:cNvPicPr preferRelativeResize="0"/>
          <p:nvPr/>
        </p:nvPicPr>
        <p:blipFill rotWithShape="1">
          <a:blip r:embed="rId2">
            <a:alphaModFix/>
          </a:blip>
          <a:srcRect/>
          <a:stretch/>
        </p:blipFill>
        <p:spPr>
          <a:xfrm>
            <a:off x="0" y="0"/>
            <a:ext cx="2893735" cy="5143500"/>
          </a:xfrm>
          <a:prstGeom prst="rect">
            <a:avLst/>
          </a:prstGeom>
          <a:noFill/>
          <a:ln>
            <a:noFill/>
          </a:ln>
        </p:spPr>
      </p:pic>
      <p:sp>
        <p:nvSpPr>
          <p:cNvPr id="67" name="Google Shape;67;p11"/>
          <p:cNvSpPr txBox="1">
            <a:spLocks noGrp="1"/>
          </p:cNvSpPr>
          <p:nvPr>
            <p:ph type="ctrTitle"/>
          </p:nvPr>
        </p:nvSpPr>
        <p:spPr>
          <a:xfrm>
            <a:off x="5025813" y="435998"/>
            <a:ext cx="3931800" cy="2959500"/>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1"/>
          <p:cNvSpPr txBox="1">
            <a:spLocks noGrp="1"/>
          </p:cNvSpPr>
          <p:nvPr>
            <p:ph type="subTitle" idx="1"/>
          </p:nvPr>
        </p:nvSpPr>
        <p:spPr>
          <a:xfrm>
            <a:off x="5025813" y="3468623"/>
            <a:ext cx="3935400" cy="1079100"/>
          </a:xfrm>
          <a:prstGeom prst="rect">
            <a:avLst/>
          </a:prstGeom>
          <a:noFill/>
          <a:ln>
            <a:noFill/>
          </a:ln>
        </p:spPr>
        <p:txBody>
          <a:bodyPr spcFirstLastPara="1" wrap="square" lIns="0" tIns="45700" rIns="0" bIns="45700" anchor="t" anchorCtr="0">
            <a:normAutofit/>
          </a:bodyPr>
          <a:lstStyle>
            <a:lvl1pPr lvl="0" algn="l">
              <a:lnSpc>
                <a:spcPct val="90000"/>
              </a:lnSpc>
              <a:spcBef>
                <a:spcPts val="750"/>
              </a:spcBef>
              <a:spcAft>
                <a:spcPts val="0"/>
              </a:spcAft>
              <a:buClr>
                <a:schemeClr val="lt1"/>
              </a:buClr>
              <a:buSzPts val="1800"/>
              <a:buNone/>
              <a:defRPr sz="1800">
                <a:solidFill>
                  <a:schemeClr val="lt1"/>
                </a:solidFill>
              </a:defRPr>
            </a:lvl1pPr>
            <a:lvl2pPr lvl="1" algn="ctr">
              <a:lnSpc>
                <a:spcPct val="90000"/>
              </a:lnSpc>
              <a:spcBef>
                <a:spcPts val="375"/>
              </a:spcBef>
              <a:spcAft>
                <a:spcPts val="0"/>
              </a:spcAft>
              <a:buClr>
                <a:schemeClr val="dk2"/>
              </a:buClr>
              <a:buSzPts val="1500"/>
              <a:buNone/>
              <a:defRPr sz="1500"/>
            </a:lvl2pPr>
            <a:lvl3pPr lvl="2" algn="ctr">
              <a:lnSpc>
                <a:spcPct val="90000"/>
              </a:lnSpc>
              <a:spcBef>
                <a:spcPts val="375"/>
              </a:spcBef>
              <a:spcAft>
                <a:spcPts val="0"/>
              </a:spcAft>
              <a:buClr>
                <a:schemeClr val="dk2"/>
              </a:buClr>
              <a:buSzPts val="1350"/>
              <a:buNone/>
              <a:defRPr sz="1350"/>
            </a:lvl3pPr>
            <a:lvl4pPr lvl="3" algn="ctr">
              <a:lnSpc>
                <a:spcPct val="90000"/>
              </a:lnSpc>
              <a:spcBef>
                <a:spcPts val="375"/>
              </a:spcBef>
              <a:spcAft>
                <a:spcPts val="0"/>
              </a:spcAft>
              <a:buClr>
                <a:schemeClr val="dk2"/>
              </a:buClr>
              <a:buSzPts val="1200"/>
              <a:buNone/>
              <a:defRPr sz="1200"/>
            </a:lvl4pPr>
            <a:lvl5pPr lvl="4" algn="ctr">
              <a:lnSpc>
                <a:spcPct val="90000"/>
              </a:lnSpc>
              <a:spcBef>
                <a:spcPts val="375"/>
              </a:spcBef>
              <a:spcAft>
                <a:spcPts val="0"/>
              </a:spcAft>
              <a:buClr>
                <a:schemeClr val="dk2"/>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pic>
        <p:nvPicPr>
          <p:cNvPr id="69" name="Google Shape;69;p11"/>
          <p:cNvPicPr preferRelativeResize="0"/>
          <p:nvPr/>
        </p:nvPicPr>
        <p:blipFill rotWithShape="1">
          <a:blip r:embed="rId3">
            <a:alphaModFix/>
          </a:blip>
          <a:srcRect/>
          <a:stretch/>
        </p:blipFill>
        <p:spPr>
          <a:xfrm>
            <a:off x="7357532" y="4844799"/>
            <a:ext cx="1440182" cy="173467"/>
          </a:xfrm>
          <a:prstGeom prst="rect">
            <a:avLst/>
          </a:prstGeom>
          <a:noFill/>
          <a:ln>
            <a:noFill/>
          </a:ln>
        </p:spPr>
      </p:pic>
      <p:sp>
        <p:nvSpPr>
          <p:cNvPr id="70" name="Google Shape;70;p11"/>
          <p:cNvSpPr>
            <a:spLocks noGrp="1"/>
          </p:cNvSpPr>
          <p:nvPr>
            <p:ph type="pic" idx="2"/>
          </p:nvPr>
        </p:nvSpPr>
        <p:spPr>
          <a:xfrm>
            <a:off x="325437" y="435999"/>
            <a:ext cx="4111500" cy="4111500"/>
          </a:xfrm>
          <a:prstGeom prst="rect">
            <a:avLst/>
          </a:prstGeom>
          <a:solidFill>
            <a:schemeClr val="lt2"/>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Slide w/txt &amp; graphic elements">
  <p:cSld name="Title Slide w/txt &amp; graphic elements">
    <p:bg>
      <p:bgPr>
        <a:solidFill>
          <a:schemeClr val="lt1"/>
        </a:solidFill>
        <a:effectLst/>
      </p:bgPr>
    </p:bg>
    <p:spTree>
      <p:nvGrpSpPr>
        <p:cNvPr id="1" name="Shape 71"/>
        <p:cNvGrpSpPr/>
        <p:nvPr/>
      </p:nvGrpSpPr>
      <p:grpSpPr>
        <a:xfrm>
          <a:off x="0" y="0"/>
          <a:ext cx="0" cy="0"/>
          <a:chOff x="0" y="0"/>
          <a:chExt cx="0" cy="0"/>
        </a:xfrm>
      </p:grpSpPr>
      <p:pic>
        <p:nvPicPr>
          <p:cNvPr id="72" name="Google Shape;72;p12" descr="Background pattern&#10;&#10;Description automatically generated"/>
          <p:cNvPicPr preferRelativeResize="0"/>
          <p:nvPr/>
        </p:nvPicPr>
        <p:blipFill rotWithShape="1">
          <a:blip r:embed="rId2">
            <a:alphaModFix/>
          </a:blip>
          <a:srcRect/>
          <a:stretch/>
        </p:blipFill>
        <p:spPr>
          <a:xfrm>
            <a:off x="0" y="0"/>
            <a:ext cx="2893735" cy="5143500"/>
          </a:xfrm>
          <a:prstGeom prst="rect">
            <a:avLst/>
          </a:prstGeom>
          <a:noFill/>
          <a:ln>
            <a:noFill/>
          </a:ln>
        </p:spPr>
      </p:pic>
      <p:sp>
        <p:nvSpPr>
          <p:cNvPr id="73" name="Google Shape;73;p12"/>
          <p:cNvSpPr txBox="1">
            <a:spLocks noGrp="1"/>
          </p:cNvSpPr>
          <p:nvPr>
            <p:ph type="ctrTitle"/>
          </p:nvPr>
        </p:nvSpPr>
        <p:spPr>
          <a:xfrm>
            <a:off x="1363133" y="1760220"/>
            <a:ext cx="7476000" cy="1264800"/>
          </a:xfrm>
          <a:prstGeom prst="rect">
            <a:avLst/>
          </a:prstGeom>
          <a:noFill/>
          <a:ln>
            <a:noFill/>
          </a:ln>
        </p:spPr>
        <p:txBody>
          <a:bodyPr spcFirstLastPara="1" wrap="square" lIns="0" tIns="45700" rIns="0" bIns="45700" anchor="t" anchorCtr="0">
            <a:normAutofit/>
          </a:bodyPr>
          <a:lstStyle>
            <a:lvl1pPr lvl="0" algn="l">
              <a:lnSpc>
                <a:spcPct val="90000"/>
              </a:lnSpc>
              <a:spcBef>
                <a:spcPts val="0"/>
              </a:spcBef>
              <a:spcAft>
                <a:spcPts val="0"/>
              </a:spcAft>
              <a:buClr>
                <a:schemeClr val="dk2"/>
              </a:buClr>
              <a:buSzPts val="4500"/>
              <a:buFont typeface="Georgia"/>
              <a:buNone/>
              <a:defRPr sz="45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2"/>
          <p:cNvSpPr txBox="1">
            <a:spLocks noGrp="1"/>
          </p:cNvSpPr>
          <p:nvPr>
            <p:ph type="subTitle" idx="1"/>
          </p:nvPr>
        </p:nvSpPr>
        <p:spPr>
          <a:xfrm>
            <a:off x="3688080" y="3048002"/>
            <a:ext cx="3935400" cy="1079100"/>
          </a:xfrm>
          <a:prstGeom prst="rect">
            <a:avLst/>
          </a:prstGeom>
          <a:noFill/>
          <a:ln>
            <a:noFill/>
          </a:ln>
        </p:spPr>
        <p:txBody>
          <a:bodyPr spcFirstLastPara="1" wrap="square" lIns="0" tIns="45700" rIns="0" bIns="45700" anchor="t" anchorCtr="0">
            <a:normAutofit/>
          </a:bodyPr>
          <a:lstStyle>
            <a:lvl1pPr lvl="0" algn="l">
              <a:lnSpc>
                <a:spcPct val="90000"/>
              </a:lnSpc>
              <a:spcBef>
                <a:spcPts val="750"/>
              </a:spcBef>
              <a:spcAft>
                <a:spcPts val="0"/>
              </a:spcAft>
              <a:buClr>
                <a:schemeClr val="dk2"/>
              </a:buClr>
              <a:buSzPts val="1800"/>
              <a:buNone/>
              <a:defRPr sz="1800">
                <a:solidFill>
                  <a:schemeClr val="dk2"/>
                </a:solidFill>
              </a:defRPr>
            </a:lvl1pPr>
            <a:lvl2pPr lvl="1" algn="ctr">
              <a:lnSpc>
                <a:spcPct val="90000"/>
              </a:lnSpc>
              <a:spcBef>
                <a:spcPts val="375"/>
              </a:spcBef>
              <a:spcAft>
                <a:spcPts val="0"/>
              </a:spcAft>
              <a:buClr>
                <a:schemeClr val="dk2"/>
              </a:buClr>
              <a:buSzPts val="1500"/>
              <a:buNone/>
              <a:defRPr sz="1500"/>
            </a:lvl2pPr>
            <a:lvl3pPr lvl="2" algn="ctr">
              <a:lnSpc>
                <a:spcPct val="90000"/>
              </a:lnSpc>
              <a:spcBef>
                <a:spcPts val="375"/>
              </a:spcBef>
              <a:spcAft>
                <a:spcPts val="0"/>
              </a:spcAft>
              <a:buClr>
                <a:schemeClr val="dk2"/>
              </a:buClr>
              <a:buSzPts val="1350"/>
              <a:buNone/>
              <a:defRPr sz="1350"/>
            </a:lvl3pPr>
            <a:lvl4pPr lvl="3" algn="ctr">
              <a:lnSpc>
                <a:spcPct val="90000"/>
              </a:lnSpc>
              <a:spcBef>
                <a:spcPts val="375"/>
              </a:spcBef>
              <a:spcAft>
                <a:spcPts val="0"/>
              </a:spcAft>
              <a:buClr>
                <a:schemeClr val="dk2"/>
              </a:buClr>
              <a:buSzPts val="1200"/>
              <a:buNone/>
              <a:defRPr sz="1200"/>
            </a:lvl4pPr>
            <a:lvl5pPr lvl="4" algn="ctr">
              <a:lnSpc>
                <a:spcPct val="90000"/>
              </a:lnSpc>
              <a:spcBef>
                <a:spcPts val="375"/>
              </a:spcBef>
              <a:spcAft>
                <a:spcPts val="0"/>
              </a:spcAft>
              <a:buClr>
                <a:schemeClr val="dk2"/>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pic>
        <p:nvPicPr>
          <p:cNvPr id="75" name="Google Shape;75;p12"/>
          <p:cNvPicPr preferRelativeResize="0"/>
          <p:nvPr/>
        </p:nvPicPr>
        <p:blipFill rotWithShape="1">
          <a:blip r:embed="rId3">
            <a:alphaModFix/>
          </a:blip>
          <a:srcRect/>
          <a:stretch/>
        </p:blipFill>
        <p:spPr>
          <a:xfrm>
            <a:off x="7357532" y="4844799"/>
            <a:ext cx="1440182" cy="173467"/>
          </a:xfrm>
          <a:prstGeom prst="rect">
            <a:avLst/>
          </a:prstGeom>
          <a:noFill/>
          <a:ln>
            <a:noFill/>
          </a:ln>
        </p:spPr>
      </p:pic>
      <p:pic>
        <p:nvPicPr>
          <p:cNvPr id="76" name="Google Shape;76;p12" descr="Logo&#10;&#10;Description automatically generated"/>
          <p:cNvPicPr preferRelativeResize="0"/>
          <p:nvPr/>
        </p:nvPicPr>
        <p:blipFill rotWithShape="1">
          <a:blip r:embed="rId4">
            <a:alphaModFix/>
          </a:blip>
          <a:srcRect/>
          <a:stretch/>
        </p:blipFill>
        <p:spPr>
          <a:xfrm>
            <a:off x="7357532" y="4778131"/>
            <a:ext cx="1440180" cy="306804"/>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w/txt on white">
  <p:cSld name="Title Slide w/txt on white">
    <p:bg>
      <p:bgPr>
        <a:solidFill>
          <a:schemeClr val="lt1"/>
        </a:solidFill>
        <a:effectLst/>
      </p:bgPr>
    </p:bg>
    <p:spTree>
      <p:nvGrpSpPr>
        <p:cNvPr id="1" name="Shape 77"/>
        <p:cNvGrpSpPr/>
        <p:nvPr/>
      </p:nvGrpSpPr>
      <p:grpSpPr>
        <a:xfrm>
          <a:off x="0" y="0"/>
          <a:ext cx="0" cy="0"/>
          <a:chOff x="0" y="0"/>
          <a:chExt cx="0" cy="0"/>
        </a:xfrm>
      </p:grpSpPr>
      <p:sp>
        <p:nvSpPr>
          <p:cNvPr id="78" name="Google Shape;78;p13"/>
          <p:cNvSpPr txBox="1">
            <a:spLocks noGrp="1"/>
          </p:cNvSpPr>
          <p:nvPr>
            <p:ph type="ctrTitle"/>
          </p:nvPr>
        </p:nvSpPr>
        <p:spPr>
          <a:xfrm>
            <a:off x="1363132" y="1760220"/>
            <a:ext cx="7479900" cy="1264800"/>
          </a:xfrm>
          <a:prstGeom prst="rect">
            <a:avLst/>
          </a:prstGeom>
          <a:noFill/>
          <a:ln>
            <a:noFill/>
          </a:ln>
        </p:spPr>
        <p:txBody>
          <a:bodyPr spcFirstLastPara="1" wrap="square" lIns="0" tIns="45700" rIns="0" bIns="45700" anchor="t" anchorCtr="0">
            <a:normAutofit/>
          </a:bodyPr>
          <a:lstStyle>
            <a:lvl1pPr lvl="0" algn="l">
              <a:lnSpc>
                <a:spcPct val="90000"/>
              </a:lnSpc>
              <a:spcBef>
                <a:spcPts val="0"/>
              </a:spcBef>
              <a:spcAft>
                <a:spcPts val="0"/>
              </a:spcAft>
              <a:buClr>
                <a:schemeClr val="dk2"/>
              </a:buClr>
              <a:buSzPts val="4500"/>
              <a:buFont typeface="Georgia"/>
              <a:buNone/>
              <a:defRPr sz="45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3"/>
          <p:cNvSpPr txBox="1">
            <a:spLocks noGrp="1"/>
          </p:cNvSpPr>
          <p:nvPr>
            <p:ph type="subTitle" idx="1"/>
          </p:nvPr>
        </p:nvSpPr>
        <p:spPr>
          <a:xfrm>
            <a:off x="3688080" y="3048002"/>
            <a:ext cx="3935400" cy="1079100"/>
          </a:xfrm>
          <a:prstGeom prst="rect">
            <a:avLst/>
          </a:prstGeom>
          <a:noFill/>
          <a:ln>
            <a:noFill/>
          </a:ln>
        </p:spPr>
        <p:txBody>
          <a:bodyPr spcFirstLastPara="1" wrap="square" lIns="0" tIns="45700" rIns="0" bIns="45700" anchor="t" anchorCtr="0">
            <a:normAutofit/>
          </a:bodyPr>
          <a:lstStyle>
            <a:lvl1pPr lvl="0" algn="l">
              <a:lnSpc>
                <a:spcPct val="90000"/>
              </a:lnSpc>
              <a:spcBef>
                <a:spcPts val="750"/>
              </a:spcBef>
              <a:spcAft>
                <a:spcPts val="0"/>
              </a:spcAft>
              <a:buClr>
                <a:schemeClr val="dk2"/>
              </a:buClr>
              <a:buSzPts val="1800"/>
              <a:buNone/>
              <a:defRPr sz="1800">
                <a:solidFill>
                  <a:schemeClr val="dk2"/>
                </a:solidFill>
              </a:defRPr>
            </a:lvl1pPr>
            <a:lvl2pPr lvl="1" algn="ctr">
              <a:lnSpc>
                <a:spcPct val="90000"/>
              </a:lnSpc>
              <a:spcBef>
                <a:spcPts val="375"/>
              </a:spcBef>
              <a:spcAft>
                <a:spcPts val="0"/>
              </a:spcAft>
              <a:buClr>
                <a:schemeClr val="dk2"/>
              </a:buClr>
              <a:buSzPts val="1500"/>
              <a:buNone/>
              <a:defRPr sz="1500"/>
            </a:lvl2pPr>
            <a:lvl3pPr lvl="2" algn="ctr">
              <a:lnSpc>
                <a:spcPct val="90000"/>
              </a:lnSpc>
              <a:spcBef>
                <a:spcPts val="375"/>
              </a:spcBef>
              <a:spcAft>
                <a:spcPts val="0"/>
              </a:spcAft>
              <a:buClr>
                <a:schemeClr val="dk2"/>
              </a:buClr>
              <a:buSzPts val="1350"/>
              <a:buNone/>
              <a:defRPr sz="1350"/>
            </a:lvl3pPr>
            <a:lvl4pPr lvl="3" algn="ctr">
              <a:lnSpc>
                <a:spcPct val="90000"/>
              </a:lnSpc>
              <a:spcBef>
                <a:spcPts val="375"/>
              </a:spcBef>
              <a:spcAft>
                <a:spcPts val="0"/>
              </a:spcAft>
              <a:buClr>
                <a:schemeClr val="dk2"/>
              </a:buClr>
              <a:buSzPts val="1200"/>
              <a:buNone/>
              <a:defRPr sz="1200"/>
            </a:lvl4pPr>
            <a:lvl5pPr lvl="4" algn="ctr">
              <a:lnSpc>
                <a:spcPct val="90000"/>
              </a:lnSpc>
              <a:spcBef>
                <a:spcPts val="375"/>
              </a:spcBef>
              <a:spcAft>
                <a:spcPts val="0"/>
              </a:spcAft>
              <a:buClr>
                <a:schemeClr val="dk2"/>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pic>
        <p:nvPicPr>
          <p:cNvPr id="80" name="Google Shape;80;p13"/>
          <p:cNvPicPr preferRelativeResize="0"/>
          <p:nvPr/>
        </p:nvPicPr>
        <p:blipFill rotWithShape="1">
          <a:blip r:embed="rId2">
            <a:alphaModFix/>
          </a:blip>
          <a:srcRect/>
          <a:stretch/>
        </p:blipFill>
        <p:spPr>
          <a:xfrm>
            <a:off x="7357532" y="4844799"/>
            <a:ext cx="1440182" cy="173467"/>
          </a:xfrm>
          <a:prstGeom prst="rect">
            <a:avLst/>
          </a:prstGeom>
          <a:noFill/>
          <a:ln>
            <a:noFill/>
          </a:ln>
        </p:spPr>
      </p:pic>
      <p:pic>
        <p:nvPicPr>
          <p:cNvPr id="81" name="Google Shape;81;p13" descr="Logo&#10;&#10;Description automatically generated"/>
          <p:cNvPicPr preferRelativeResize="0"/>
          <p:nvPr/>
        </p:nvPicPr>
        <p:blipFill rotWithShape="1">
          <a:blip r:embed="rId3">
            <a:alphaModFix/>
          </a:blip>
          <a:srcRect/>
          <a:stretch/>
        </p:blipFill>
        <p:spPr>
          <a:xfrm>
            <a:off x="7357532" y="4778131"/>
            <a:ext cx="1440180" cy="30680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story inset w/images">
  <p:cSld name="Three story inset w/images">
    <p:spTree>
      <p:nvGrpSpPr>
        <p:cNvPr id="1" name="Shape 82"/>
        <p:cNvGrpSpPr/>
        <p:nvPr/>
      </p:nvGrpSpPr>
      <p:grpSpPr>
        <a:xfrm>
          <a:off x="0" y="0"/>
          <a:ext cx="0" cy="0"/>
          <a:chOff x="0" y="0"/>
          <a:chExt cx="0" cy="0"/>
        </a:xfrm>
      </p:grpSpPr>
      <p:sp>
        <p:nvSpPr>
          <p:cNvPr id="83" name="Google Shape;83;p14"/>
          <p:cNvSpPr txBox="1">
            <a:spLocks noGrp="1"/>
          </p:cNvSpPr>
          <p:nvPr>
            <p:ph type="title"/>
          </p:nvPr>
        </p:nvSpPr>
        <p:spPr>
          <a:xfrm>
            <a:off x="320040" y="273844"/>
            <a:ext cx="8503800" cy="82350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4"/>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4"/>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86" name="Google Shape;86;p14"/>
          <p:cNvCxnSpPr/>
          <p:nvPr/>
        </p:nvCxnSpPr>
        <p:spPr>
          <a:xfrm>
            <a:off x="320040" y="4767263"/>
            <a:ext cx="8503800" cy="0"/>
          </a:xfrm>
          <a:prstGeom prst="straightConnector1">
            <a:avLst/>
          </a:prstGeom>
          <a:noFill/>
          <a:ln w="9525" cap="flat" cmpd="sng">
            <a:solidFill>
              <a:srgbClr val="7F7F7F"/>
            </a:solidFill>
            <a:prstDash val="solid"/>
            <a:miter lim="800000"/>
            <a:headEnd type="none" w="sm" len="sm"/>
            <a:tailEnd type="none" w="sm" len="sm"/>
          </a:ln>
        </p:spPr>
      </p:cxnSp>
      <p:sp>
        <p:nvSpPr>
          <p:cNvPr id="87" name="Google Shape;87;p14"/>
          <p:cNvSpPr>
            <a:spLocks noGrp="1"/>
          </p:cNvSpPr>
          <p:nvPr>
            <p:ph type="pic" idx="2"/>
          </p:nvPr>
        </p:nvSpPr>
        <p:spPr>
          <a:xfrm>
            <a:off x="320675" y="1231582"/>
            <a:ext cx="2743200" cy="1440300"/>
          </a:xfrm>
          <a:prstGeom prst="rect">
            <a:avLst/>
          </a:prstGeom>
          <a:solidFill>
            <a:schemeClr val="lt2"/>
          </a:solidFill>
          <a:ln>
            <a:noFill/>
          </a:ln>
        </p:spPr>
      </p:sp>
      <p:sp>
        <p:nvSpPr>
          <p:cNvPr id="88" name="Google Shape;88;p14"/>
          <p:cNvSpPr>
            <a:spLocks noGrp="1"/>
          </p:cNvSpPr>
          <p:nvPr>
            <p:ph type="pic" idx="3"/>
          </p:nvPr>
        </p:nvSpPr>
        <p:spPr>
          <a:xfrm>
            <a:off x="3200400" y="1231439"/>
            <a:ext cx="2743200" cy="1440300"/>
          </a:xfrm>
          <a:prstGeom prst="rect">
            <a:avLst/>
          </a:prstGeom>
          <a:solidFill>
            <a:schemeClr val="lt2"/>
          </a:solidFill>
          <a:ln>
            <a:noFill/>
          </a:ln>
        </p:spPr>
      </p:sp>
      <p:sp>
        <p:nvSpPr>
          <p:cNvPr id="89" name="Google Shape;89;p14"/>
          <p:cNvSpPr>
            <a:spLocks noGrp="1"/>
          </p:cNvSpPr>
          <p:nvPr>
            <p:ph type="pic" idx="4"/>
          </p:nvPr>
        </p:nvSpPr>
        <p:spPr>
          <a:xfrm>
            <a:off x="6080125" y="1231439"/>
            <a:ext cx="2743200" cy="1440300"/>
          </a:xfrm>
          <a:prstGeom prst="rect">
            <a:avLst/>
          </a:prstGeom>
          <a:solidFill>
            <a:schemeClr val="lt2"/>
          </a:solidFill>
          <a:ln>
            <a:noFill/>
          </a:ln>
        </p:spPr>
      </p:sp>
      <p:sp>
        <p:nvSpPr>
          <p:cNvPr id="90" name="Google Shape;90;p14"/>
          <p:cNvSpPr txBox="1">
            <a:spLocks noGrp="1"/>
          </p:cNvSpPr>
          <p:nvPr>
            <p:ph type="body" idx="1"/>
          </p:nvPr>
        </p:nvSpPr>
        <p:spPr>
          <a:xfrm>
            <a:off x="320675" y="2838928"/>
            <a:ext cx="2743200" cy="1654500"/>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750"/>
              </a:spcBef>
              <a:spcAft>
                <a:spcPts val="0"/>
              </a:spcAft>
              <a:buClr>
                <a:schemeClr val="dk2"/>
              </a:buClr>
              <a:buSzPts val="1800"/>
              <a:buNone/>
              <a:defRPr sz="1800" b="0">
                <a:latin typeface="Calibri"/>
                <a:ea typeface="Calibri"/>
                <a:cs typeface="Calibri"/>
                <a:sym typeface="Calibri"/>
              </a:defRPr>
            </a:lvl1pPr>
            <a:lvl2pPr marL="914400" lvl="1" indent="-342900" algn="l">
              <a:lnSpc>
                <a:spcPct val="90000"/>
              </a:lnSpc>
              <a:spcBef>
                <a:spcPts val="375"/>
              </a:spcBef>
              <a:spcAft>
                <a:spcPts val="0"/>
              </a:spcAft>
              <a:buClr>
                <a:schemeClr val="dk2"/>
              </a:buClr>
              <a:buSzPts val="1800"/>
              <a:buChar char="•"/>
              <a:defRPr/>
            </a:lvl2pPr>
            <a:lvl3pPr marL="1371600" lvl="2" indent="-342900" algn="l">
              <a:lnSpc>
                <a:spcPct val="90000"/>
              </a:lnSpc>
              <a:spcBef>
                <a:spcPts val="375"/>
              </a:spcBef>
              <a:spcAft>
                <a:spcPts val="0"/>
              </a:spcAft>
              <a:buClr>
                <a:schemeClr val="dk2"/>
              </a:buClr>
              <a:buSzPts val="1800"/>
              <a:buChar char="•"/>
              <a:defRPr/>
            </a:lvl3pPr>
            <a:lvl4pPr marL="1828800" lvl="3" indent="-342900" algn="l">
              <a:lnSpc>
                <a:spcPct val="90000"/>
              </a:lnSpc>
              <a:spcBef>
                <a:spcPts val="375"/>
              </a:spcBef>
              <a:spcAft>
                <a:spcPts val="0"/>
              </a:spcAft>
              <a:buClr>
                <a:schemeClr val="dk2"/>
              </a:buClr>
              <a:buSzPts val="1800"/>
              <a:buChar char="•"/>
              <a:defRPr/>
            </a:lvl4pPr>
            <a:lvl5pPr marL="2286000" lvl="4" indent="-342900" algn="l">
              <a:lnSpc>
                <a:spcPct val="90000"/>
              </a:lnSpc>
              <a:spcBef>
                <a:spcPts val="375"/>
              </a:spcBef>
              <a:spcAft>
                <a:spcPts val="0"/>
              </a:spcAft>
              <a:buClr>
                <a:schemeClr val="dk2"/>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1" name="Google Shape;91;p14"/>
          <p:cNvSpPr txBox="1">
            <a:spLocks noGrp="1"/>
          </p:cNvSpPr>
          <p:nvPr>
            <p:ph type="body" idx="5"/>
          </p:nvPr>
        </p:nvSpPr>
        <p:spPr>
          <a:xfrm>
            <a:off x="3200400" y="2838928"/>
            <a:ext cx="2743200" cy="1654500"/>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750"/>
              </a:spcBef>
              <a:spcAft>
                <a:spcPts val="0"/>
              </a:spcAft>
              <a:buClr>
                <a:schemeClr val="dk2"/>
              </a:buClr>
              <a:buSzPts val="1800"/>
              <a:buNone/>
              <a:defRPr sz="1800" b="0">
                <a:latin typeface="Calibri"/>
                <a:ea typeface="Calibri"/>
                <a:cs typeface="Calibri"/>
                <a:sym typeface="Calibri"/>
              </a:defRPr>
            </a:lvl1pPr>
            <a:lvl2pPr marL="914400" lvl="1" indent="-342900" algn="l">
              <a:lnSpc>
                <a:spcPct val="90000"/>
              </a:lnSpc>
              <a:spcBef>
                <a:spcPts val="375"/>
              </a:spcBef>
              <a:spcAft>
                <a:spcPts val="0"/>
              </a:spcAft>
              <a:buClr>
                <a:schemeClr val="dk2"/>
              </a:buClr>
              <a:buSzPts val="1800"/>
              <a:buChar char="•"/>
              <a:defRPr/>
            </a:lvl2pPr>
            <a:lvl3pPr marL="1371600" lvl="2" indent="-342900" algn="l">
              <a:lnSpc>
                <a:spcPct val="90000"/>
              </a:lnSpc>
              <a:spcBef>
                <a:spcPts val="375"/>
              </a:spcBef>
              <a:spcAft>
                <a:spcPts val="0"/>
              </a:spcAft>
              <a:buClr>
                <a:schemeClr val="dk2"/>
              </a:buClr>
              <a:buSzPts val="1800"/>
              <a:buChar char="•"/>
              <a:defRPr/>
            </a:lvl3pPr>
            <a:lvl4pPr marL="1828800" lvl="3" indent="-342900" algn="l">
              <a:lnSpc>
                <a:spcPct val="90000"/>
              </a:lnSpc>
              <a:spcBef>
                <a:spcPts val="375"/>
              </a:spcBef>
              <a:spcAft>
                <a:spcPts val="0"/>
              </a:spcAft>
              <a:buClr>
                <a:schemeClr val="dk2"/>
              </a:buClr>
              <a:buSzPts val="1800"/>
              <a:buChar char="•"/>
              <a:defRPr/>
            </a:lvl4pPr>
            <a:lvl5pPr marL="2286000" lvl="4" indent="-342900" algn="l">
              <a:lnSpc>
                <a:spcPct val="90000"/>
              </a:lnSpc>
              <a:spcBef>
                <a:spcPts val="375"/>
              </a:spcBef>
              <a:spcAft>
                <a:spcPts val="0"/>
              </a:spcAft>
              <a:buClr>
                <a:schemeClr val="dk2"/>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2" name="Google Shape;92;p14"/>
          <p:cNvSpPr txBox="1">
            <a:spLocks noGrp="1"/>
          </p:cNvSpPr>
          <p:nvPr>
            <p:ph type="body" idx="6"/>
          </p:nvPr>
        </p:nvSpPr>
        <p:spPr>
          <a:xfrm>
            <a:off x="6080125" y="2838928"/>
            <a:ext cx="2743200" cy="1654500"/>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750"/>
              </a:spcBef>
              <a:spcAft>
                <a:spcPts val="0"/>
              </a:spcAft>
              <a:buClr>
                <a:schemeClr val="dk2"/>
              </a:buClr>
              <a:buSzPts val="1800"/>
              <a:buNone/>
              <a:defRPr sz="1800" b="0">
                <a:latin typeface="Calibri"/>
                <a:ea typeface="Calibri"/>
                <a:cs typeface="Calibri"/>
                <a:sym typeface="Calibri"/>
              </a:defRPr>
            </a:lvl1pPr>
            <a:lvl2pPr marL="914400" lvl="1" indent="-342900" algn="l">
              <a:lnSpc>
                <a:spcPct val="90000"/>
              </a:lnSpc>
              <a:spcBef>
                <a:spcPts val="375"/>
              </a:spcBef>
              <a:spcAft>
                <a:spcPts val="0"/>
              </a:spcAft>
              <a:buClr>
                <a:schemeClr val="dk2"/>
              </a:buClr>
              <a:buSzPts val="1800"/>
              <a:buChar char="•"/>
              <a:defRPr/>
            </a:lvl2pPr>
            <a:lvl3pPr marL="1371600" lvl="2" indent="-342900" algn="l">
              <a:lnSpc>
                <a:spcPct val="90000"/>
              </a:lnSpc>
              <a:spcBef>
                <a:spcPts val="375"/>
              </a:spcBef>
              <a:spcAft>
                <a:spcPts val="0"/>
              </a:spcAft>
              <a:buClr>
                <a:schemeClr val="dk2"/>
              </a:buClr>
              <a:buSzPts val="1800"/>
              <a:buChar char="•"/>
              <a:defRPr/>
            </a:lvl3pPr>
            <a:lvl4pPr marL="1828800" lvl="3" indent="-342900" algn="l">
              <a:lnSpc>
                <a:spcPct val="90000"/>
              </a:lnSpc>
              <a:spcBef>
                <a:spcPts val="375"/>
              </a:spcBef>
              <a:spcAft>
                <a:spcPts val="0"/>
              </a:spcAft>
              <a:buClr>
                <a:schemeClr val="dk2"/>
              </a:buClr>
              <a:buSzPts val="1800"/>
              <a:buChar char="•"/>
              <a:defRPr/>
            </a:lvl4pPr>
            <a:lvl5pPr marL="2286000" lvl="4" indent="-342900" algn="l">
              <a:lnSpc>
                <a:spcPct val="90000"/>
              </a:lnSpc>
              <a:spcBef>
                <a:spcPts val="375"/>
              </a:spcBef>
              <a:spcAft>
                <a:spcPts val="0"/>
              </a:spcAft>
              <a:buClr>
                <a:schemeClr val="dk2"/>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story inset w/images (Cardinal bkgd)">
  <p:cSld name="Three story inset w/images (Cardinal bkgd)">
    <p:bg>
      <p:bgPr>
        <a:solidFill>
          <a:schemeClr val="dk1"/>
        </a:solidFill>
        <a:effectLst/>
      </p:bgPr>
    </p:bg>
    <p:spTree>
      <p:nvGrpSpPr>
        <p:cNvPr id="1" name="Shape 93"/>
        <p:cNvGrpSpPr/>
        <p:nvPr/>
      </p:nvGrpSpPr>
      <p:grpSpPr>
        <a:xfrm>
          <a:off x="0" y="0"/>
          <a:ext cx="0" cy="0"/>
          <a:chOff x="0" y="0"/>
          <a:chExt cx="0" cy="0"/>
        </a:xfrm>
      </p:grpSpPr>
      <p:sp>
        <p:nvSpPr>
          <p:cNvPr id="94" name="Google Shape;94;p15"/>
          <p:cNvSpPr txBox="1">
            <a:spLocks noGrp="1"/>
          </p:cNvSpPr>
          <p:nvPr>
            <p:ph type="title"/>
          </p:nvPr>
        </p:nvSpPr>
        <p:spPr>
          <a:xfrm>
            <a:off x="320040" y="273844"/>
            <a:ext cx="8503800" cy="82350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lt1"/>
              </a:buClr>
              <a:buSzPts val="3200"/>
              <a:buFont typeface="Georgia"/>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15"/>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5"/>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a:solidFill>
                  <a:schemeClr val="lt1"/>
                </a:solidFill>
                <a:latin typeface="Calibri"/>
                <a:ea typeface="Calibri"/>
                <a:cs typeface="Calibri"/>
                <a:sym typeface="Calibri"/>
              </a:defRPr>
            </a:lvl1pPr>
            <a:lvl2pPr marL="0" lvl="1" indent="0" algn="r">
              <a:spcBef>
                <a:spcPts val="0"/>
              </a:spcBef>
              <a:buNone/>
              <a:defRPr sz="800">
                <a:solidFill>
                  <a:schemeClr val="lt1"/>
                </a:solidFill>
                <a:latin typeface="Calibri"/>
                <a:ea typeface="Calibri"/>
                <a:cs typeface="Calibri"/>
                <a:sym typeface="Calibri"/>
              </a:defRPr>
            </a:lvl2pPr>
            <a:lvl3pPr marL="0" lvl="2" indent="0" algn="r">
              <a:spcBef>
                <a:spcPts val="0"/>
              </a:spcBef>
              <a:buNone/>
              <a:defRPr sz="800">
                <a:solidFill>
                  <a:schemeClr val="lt1"/>
                </a:solidFill>
                <a:latin typeface="Calibri"/>
                <a:ea typeface="Calibri"/>
                <a:cs typeface="Calibri"/>
                <a:sym typeface="Calibri"/>
              </a:defRPr>
            </a:lvl3pPr>
            <a:lvl4pPr marL="0" lvl="3" indent="0" algn="r">
              <a:spcBef>
                <a:spcPts val="0"/>
              </a:spcBef>
              <a:buNone/>
              <a:defRPr sz="800">
                <a:solidFill>
                  <a:schemeClr val="lt1"/>
                </a:solidFill>
                <a:latin typeface="Calibri"/>
                <a:ea typeface="Calibri"/>
                <a:cs typeface="Calibri"/>
                <a:sym typeface="Calibri"/>
              </a:defRPr>
            </a:lvl4pPr>
            <a:lvl5pPr marL="0" lvl="4" indent="0" algn="r">
              <a:spcBef>
                <a:spcPts val="0"/>
              </a:spcBef>
              <a:buNone/>
              <a:defRPr sz="800">
                <a:solidFill>
                  <a:schemeClr val="lt1"/>
                </a:solidFill>
                <a:latin typeface="Calibri"/>
                <a:ea typeface="Calibri"/>
                <a:cs typeface="Calibri"/>
                <a:sym typeface="Calibri"/>
              </a:defRPr>
            </a:lvl5pPr>
            <a:lvl6pPr marL="0" lvl="5" indent="0" algn="r">
              <a:spcBef>
                <a:spcPts val="0"/>
              </a:spcBef>
              <a:buNone/>
              <a:defRPr sz="800">
                <a:solidFill>
                  <a:schemeClr val="lt1"/>
                </a:solidFill>
                <a:latin typeface="Calibri"/>
                <a:ea typeface="Calibri"/>
                <a:cs typeface="Calibri"/>
                <a:sym typeface="Calibri"/>
              </a:defRPr>
            </a:lvl6pPr>
            <a:lvl7pPr marL="0" lvl="6" indent="0" algn="r">
              <a:spcBef>
                <a:spcPts val="0"/>
              </a:spcBef>
              <a:buNone/>
              <a:defRPr sz="800">
                <a:solidFill>
                  <a:schemeClr val="lt1"/>
                </a:solidFill>
                <a:latin typeface="Calibri"/>
                <a:ea typeface="Calibri"/>
                <a:cs typeface="Calibri"/>
                <a:sym typeface="Calibri"/>
              </a:defRPr>
            </a:lvl7pPr>
            <a:lvl8pPr marL="0" lvl="7" indent="0" algn="r">
              <a:spcBef>
                <a:spcPts val="0"/>
              </a:spcBef>
              <a:buNone/>
              <a:defRPr sz="800">
                <a:solidFill>
                  <a:schemeClr val="lt1"/>
                </a:solidFill>
                <a:latin typeface="Calibri"/>
                <a:ea typeface="Calibri"/>
                <a:cs typeface="Calibri"/>
                <a:sym typeface="Calibri"/>
              </a:defRPr>
            </a:lvl8pPr>
            <a:lvl9pPr marL="0" lvl="8" indent="0" algn="r">
              <a:spcBef>
                <a:spcPts val="0"/>
              </a:spcBef>
              <a:buNone/>
              <a:defRPr sz="8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cxnSp>
        <p:nvCxnSpPr>
          <p:cNvPr id="97" name="Google Shape;97;p15"/>
          <p:cNvCxnSpPr/>
          <p:nvPr/>
        </p:nvCxnSpPr>
        <p:spPr>
          <a:xfrm>
            <a:off x="320040" y="4767263"/>
            <a:ext cx="8503800" cy="0"/>
          </a:xfrm>
          <a:prstGeom prst="straightConnector1">
            <a:avLst/>
          </a:prstGeom>
          <a:noFill/>
          <a:ln w="9525" cap="flat" cmpd="sng">
            <a:solidFill>
              <a:schemeClr val="lt1"/>
            </a:solidFill>
            <a:prstDash val="solid"/>
            <a:miter lim="800000"/>
            <a:headEnd type="none" w="sm" len="sm"/>
            <a:tailEnd type="none" w="sm" len="sm"/>
          </a:ln>
        </p:spPr>
      </p:cxnSp>
      <p:sp>
        <p:nvSpPr>
          <p:cNvPr id="98" name="Google Shape;98;p15"/>
          <p:cNvSpPr>
            <a:spLocks noGrp="1"/>
          </p:cNvSpPr>
          <p:nvPr>
            <p:ph type="pic" idx="2"/>
          </p:nvPr>
        </p:nvSpPr>
        <p:spPr>
          <a:xfrm>
            <a:off x="320675" y="1231582"/>
            <a:ext cx="2743200" cy="1440300"/>
          </a:xfrm>
          <a:prstGeom prst="rect">
            <a:avLst/>
          </a:prstGeom>
          <a:solidFill>
            <a:schemeClr val="lt2"/>
          </a:solidFill>
          <a:ln>
            <a:noFill/>
          </a:ln>
        </p:spPr>
      </p:sp>
      <p:sp>
        <p:nvSpPr>
          <p:cNvPr id="99" name="Google Shape;99;p15"/>
          <p:cNvSpPr>
            <a:spLocks noGrp="1"/>
          </p:cNvSpPr>
          <p:nvPr>
            <p:ph type="pic" idx="3"/>
          </p:nvPr>
        </p:nvSpPr>
        <p:spPr>
          <a:xfrm>
            <a:off x="3200400" y="1231439"/>
            <a:ext cx="2743200" cy="1440300"/>
          </a:xfrm>
          <a:prstGeom prst="rect">
            <a:avLst/>
          </a:prstGeom>
          <a:solidFill>
            <a:schemeClr val="lt2"/>
          </a:solidFill>
          <a:ln>
            <a:noFill/>
          </a:ln>
        </p:spPr>
      </p:sp>
      <p:sp>
        <p:nvSpPr>
          <p:cNvPr id="100" name="Google Shape;100;p15"/>
          <p:cNvSpPr>
            <a:spLocks noGrp="1"/>
          </p:cNvSpPr>
          <p:nvPr>
            <p:ph type="pic" idx="4"/>
          </p:nvPr>
        </p:nvSpPr>
        <p:spPr>
          <a:xfrm>
            <a:off x="6080125" y="1231439"/>
            <a:ext cx="2743200" cy="1440300"/>
          </a:xfrm>
          <a:prstGeom prst="rect">
            <a:avLst/>
          </a:prstGeom>
          <a:solidFill>
            <a:schemeClr val="lt2"/>
          </a:solidFill>
          <a:ln>
            <a:noFill/>
          </a:ln>
        </p:spPr>
      </p:sp>
      <p:sp>
        <p:nvSpPr>
          <p:cNvPr id="101" name="Google Shape;101;p15"/>
          <p:cNvSpPr txBox="1">
            <a:spLocks noGrp="1"/>
          </p:cNvSpPr>
          <p:nvPr>
            <p:ph type="body" idx="1"/>
          </p:nvPr>
        </p:nvSpPr>
        <p:spPr>
          <a:xfrm>
            <a:off x="320675" y="2838928"/>
            <a:ext cx="2743200" cy="1654500"/>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750"/>
              </a:spcBef>
              <a:spcAft>
                <a:spcPts val="0"/>
              </a:spcAft>
              <a:buClr>
                <a:schemeClr val="lt1"/>
              </a:buClr>
              <a:buSzPts val="1800"/>
              <a:buNone/>
              <a:defRPr sz="1800" b="0">
                <a:solidFill>
                  <a:schemeClr val="lt1"/>
                </a:solidFill>
                <a:latin typeface="Calibri"/>
                <a:ea typeface="Calibri"/>
                <a:cs typeface="Calibri"/>
                <a:sym typeface="Calibri"/>
              </a:defRPr>
            </a:lvl1pPr>
            <a:lvl2pPr marL="914400" lvl="1" indent="-342900" algn="l">
              <a:lnSpc>
                <a:spcPct val="90000"/>
              </a:lnSpc>
              <a:spcBef>
                <a:spcPts val="375"/>
              </a:spcBef>
              <a:spcAft>
                <a:spcPts val="0"/>
              </a:spcAft>
              <a:buClr>
                <a:schemeClr val="lt1"/>
              </a:buClr>
              <a:buSzPts val="1800"/>
              <a:buChar char="•"/>
              <a:defRPr>
                <a:solidFill>
                  <a:schemeClr val="lt1"/>
                </a:solidFill>
              </a:defRPr>
            </a:lvl2pPr>
            <a:lvl3pPr marL="1371600" lvl="2" indent="-342900" algn="l">
              <a:lnSpc>
                <a:spcPct val="90000"/>
              </a:lnSpc>
              <a:spcBef>
                <a:spcPts val="375"/>
              </a:spcBef>
              <a:spcAft>
                <a:spcPts val="0"/>
              </a:spcAft>
              <a:buClr>
                <a:schemeClr val="lt1"/>
              </a:buClr>
              <a:buSzPts val="1800"/>
              <a:buChar char="•"/>
              <a:defRPr>
                <a:solidFill>
                  <a:schemeClr val="lt1"/>
                </a:solidFill>
              </a:defRPr>
            </a:lvl3pPr>
            <a:lvl4pPr marL="1828800" lvl="3" indent="-342900" algn="l">
              <a:lnSpc>
                <a:spcPct val="90000"/>
              </a:lnSpc>
              <a:spcBef>
                <a:spcPts val="375"/>
              </a:spcBef>
              <a:spcAft>
                <a:spcPts val="0"/>
              </a:spcAft>
              <a:buClr>
                <a:schemeClr val="lt1"/>
              </a:buClr>
              <a:buSzPts val="1800"/>
              <a:buChar char="•"/>
              <a:defRPr>
                <a:solidFill>
                  <a:schemeClr val="lt1"/>
                </a:solidFill>
              </a:defRPr>
            </a:lvl4pPr>
            <a:lvl5pPr marL="2286000" lvl="4" indent="-342900" algn="l">
              <a:lnSpc>
                <a:spcPct val="90000"/>
              </a:lnSpc>
              <a:spcBef>
                <a:spcPts val="375"/>
              </a:spcBef>
              <a:spcAft>
                <a:spcPts val="0"/>
              </a:spcAft>
              <a:buClr>
                <a:schemeClr val="lt1"/>
              </a:buClr>
              <a:buSzPts val="1800"/>
              <a:buChar char="•"/>
              <a:defRPr>
                <a:solidFill>
                  <a:schemeClr val="lt1"/>
                </a:solidFill>
              </a:defRPr>
            </a:lvl5pPr>
            <a:lvl6pPr marL="2743200" lvl="5" indent="-342900" algn="l">
              <a:lnSpc>
                <a:spcPct val="90000"/>
              </a:lnSpc>
              <a:spcBef>
                <a:spcPts val="375"/>
              </a:spcBef>
              <a:spcAft>
                <a:spcPts val="0"/>
              </a:spcAft>
              <a:buClr>
                <a:schemeClr val="lt1"/>
              </a:buClr>
              <a:buSzPts val="1800"/>
              <a:buChar char="•"/>
              <a:defRPr>
                <a:solidFill>
                  <a:schemeClr val="lt1"/>
                </a:solidFill>
              </a:defRPr>
            </a:lvl6pPr>
            <a:lvl7pPr marL="3200400" lvl="6" indent="-342900" algn="l">
              <a:lnSpc>
                <a:spcPct val="90000"/>
              </a:lnSpc>
              <a:spcBef>
                <a:spcPts val="375"/>
              </a:spcBef>
              <a:spcAft>
                <a:spcPts val="0"/>
              </a:spcAft>
              <a:buClr>
                <a:schemeClr val="lt1"/>
              </a:buClr>
              <a:buSzPts val="1800"/>
              <a:buChar char="•"/>
              <a:defRPr>
                <a:solidFill>
                  <a:schemeClr val="lt1"/>
                </a:solidFill>
              </a:defRPr>
            </a:lvl7pPr>
            <a:lvl8pPr marL="3657600" lvl="7" indent="-342900" algn="l">
              <a:lnSpc>
                <a:spcPct val="90000"/>
              </a:lnSpc>
              <a:spcBef>
                <a:spcPts val="375"/>
              </a:spcBef>
              <a:spcAft>
                <a:spcPts val="0"/>
              </a:spcAft>
              <a:buClr>
                <a:schemeClr val="lt1"/>
              </a:buClr>
              <a:buSzPts val="1800"/>
              <a:buChar char="•"/>
              <a:defRPr>
                <a:solidFill>
                  <a:schemeClr val="lt1"/>
                </a:solidFill>
              </a:defRPr>
            </a:lvl8pPr>
            <a:lvl9pPr marL="4114800" lvl="8" indent="-342900" algn="l">
              <a:lnSpc>
                <a:spcPct val="90000"/>
              </a:lnSpc>
              <a:spcBef>
                <a:spcPts val="375"/>
              </a:spcBef>
              <a:spcAft>
                <a:spcPts val="0"/>
              </a:spcAft>
              <a:buClr>
                <a:schemeClr val="lt1"/>
              </a:buClr>
              <a:buSzPts val="1800"/>
              <a:buChar char="•"/>
              <a:defRPr>
                <a:solidFill>
                  <a:schemeClr val="lt1"/>
                </a:solidFill>
              </a:defRPr>
            </a:lvl9pPr>
          </a:lstStyle>
          <a:p>
            <a:endParaRPr/>
          </a:p>
        </p:txBody>
      </p:sp>
      <p:sp>
        <p:nvSpPr>
          <p:cNvPr id="102" name="Google Shape;102;p15"/>
          <p:cNvSpPr txBox="1">
            <a:spLocks noGrp="1"/>
          </p:cNvSpPr>
          <p:nvPr>
            <p:ph type="body" idx="5"/>
          </p:nvPr>
        </p:nvSpPr>
        <p:spPr>
          <a:xfrm>
            <a:off x="3200400" y="2838928"/>
            <a:ext cx="2743200" cy="1654500"/>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750"/>
              </a:spcBef>
              <a:spcAft>
                <a:spcPts val="0"/>
              </a:spcAft>
              <a:buClr>
                <a:schemeClr val="lt1"/>
              </a:buClr>
              <a:buSzPts val="1800"/>
              <a:buNone/>
              <a:defRPr sz="1800" b="0">
                <a:solidFill>
                  <a:schemeClr val="lt1"/>
                </a:solidFill>
                <a:latin typeface="Calibri"/>
                <a:ea typeface="Calibri"/>
                <a:cs typeface="Calibri"/>
                <a:sym typeface="Calibri"/>
              </a:defRPr>
            </a:lvl1pPr>
            <a:lvl2pPr marL="914400" lvl="1" indent="-342900" algn="l">
              <a:lnSpc>
                <a:spcPct val="90000"/>
              </a:lnSpc>
              <a:spcBef>
                <a:spcPts val="375"/>
              </a:spcBef>
              <a:spcAft>
                <a:spcPts val="0"/>
              </a:spcAft>
              <a:buClr>
                <a:schemeClr val="lt1"/>
              </a:buClr>
              <a:buSzPts val="1800"/>
              <a:buChar char="•"/>
              <a:defRPr>
                <a:solidFill>
                  <a:schemeClr val="lt1"/>
                </a:solidFill>
              </a:defRPr>
            </a:lvl2pPr>
            <a:lvl3pPr marL="1371600" lvl="2" indent="-342900" algn="l">
              <a:lnSpc>
                <a:spcPct val="90000"/>
              </a:lnSpc>
              <a:spcBef>
                <a:spcPts val="375"/>
              </a:spcBef>
              <a:spcAft>
                <a:spcPts val="0"/>
              </a:spcAft>
              <a:buClr>
                <a:schemeClr val="lt1"/>
              </a:buClr>
              <a:buSzPts val="1800"/>
              <a:buChar char="•"/>
              <a:defRPr>
                <a:solidFill>
                  <a:schemeClr val="lt1"/>
                </a:solidFill>
              </a:defRPr>
            </a:lvl3pPr>
            <a:lvl4pPr marL="1828800" lvl="3" indent="-342900" algn="l">
              <a:lnSpc>
                <a:spcPct val="90000"/>
              </a:lnSpc>
              <a:spcBef>
                <a:spcPts val="375"/>
              </a:spcBef>
              <a:spcAft>
                <a:spcPts val="0"/>
              </a:spcAft>
              <a:buClr>
                <a:schemeClr val="lt1"/>
              </a:buClr>
              <a:buSzPts val="1800"/>
              <a:buChar char="•"/>
              <a:defRPr>
                <a:solidFill>
                  <a:schemeClr val="lt1"/>
                </a:solidFill>
              </a:defRPr>
            </a:lvl4pPr>
            <a:lvl5pPr marL="2286000" lvl="4" indent="-342900" algn="l">
              <a:lnSpc>
                <a:spcPct val="90000"/>
              </a:lnSpc>
              <a:spcBef>
                <a:spcPts val="375"/>
              </a:spcBef>
              <a:spcAft>
                <a:spcPts val="0"/>
              </a:spcAft>
              <a:buClr>
                <a:schemeClr val="lt1"/>
              </a:buClr>
              <a:buSzPts val="1800"/>
              <a:buChar char="•"/>
              <a:defRPr>
                <a:solidFill>
                  <a:schemeClr val="lt1"/>
                </a:solidFill>
              </a:defRPr>
            </a:lvl5pPr>
            <a:lvl6pPr marL="2743200" lvl="5" indent="-342900" algn="l">
              <a:lnSpc>
                <a:spcPct val="90000"/>
              </a:lnSpc>
              <a:spcBef>
                <a:spcPts val="375"/>
              </a:spcBef>
              <a:spcAft>
                <a:spcPts val="0"/>
              </a:spcAft>
              <a:buClr>
                <a:schemeClr val="lt1"/>
              </a:buClr>
              <a:buSzPts val="1800"/>
              <a:buChar char="•"/>
              <a:defRPr>
                <a:solidFill>
                  <a:schemeClr val="lt1"/>
                </a:solidFill>
              </a:defRPr>
            </a:lvl6pPr>
            <a:lvl7pPr marL="3200400" lvl="6" indent="-342900" algn="l">
              <a:lnSpc>
                <a:spcPct val="90000"/>
              </a:lnSpc>
              <a:spcBef>
                <a:spcPts val="375"/>
              </a:spcBef>
              <a:spcAft>
                <a:spcPts val="0"/>
              </a:spcAft>
              <a:buClr>
                <a:schemeClr val="lt1"/>
              </a:buClr>
              <a:buSzPts val="1800"/>
              <a:buChar char="•"/>
              <a:defRPr>
                <a:solidFill>
                  <a:schemeClr val="lt1"/>
                </a:solidFill>
              </a:defRPr>
            </a:lvl7pPr>
            <a:lvl8pPr marL="3657600" lvl="7" indent="-342900" algn="l">
              <a:lnSpc>
                <a:spcPct val="90000"/>
              </a:lnSpc>
              <a:spcBef>
                <a:spcPts val="375"/>
              </a:spcBef>
              <a:spcAft>
                <a:spcPts val="0"/>
              </a:spcAft>
              <a:buClr>
                <a:schemeClr val="lt1"/>
              </a:buClr>
              <a:buSzPts val="1800"/>
              <a:buChar char="•"/>
              <a:defRPr>
                <a:solidFill>
                  <a:schemeClr val="lt1"/>
                </a:solidFill>
              </a:defRPr>
            </a:lvl8pPr>
            <a:lvl9pPr marL="4114800" lvl="8" indent="-342900" algn="l">
              <a:lnSpc>
                <a:spcPct val="90000"/>
              </a:lnSpc>
              <a:spcBef>
                <a:spcPts val="375"/>
              </a:spcBef>
              <a:spcAft>
                <a:spcPts val="0"/>
              </a:spcAft>
              <a:buClr>
                <a:schemeClr val="lt1"/>
              </a:buClr>
              <a:buSzPts val="1800"/>
              <a:buChar char="•"/>
              <a:defRPr>
                <a:solidFill>
                  <a:schemeClr val="lt1"/>
                </a:solidFill>
              </a:defRPr>
            </a:lvl9pPr>
          </a:lstStyle>
          <a:p>
            <a:endParaRPr/>
          </a:p>
        </p:txBody>
      </p:sp>
      <p:sp>
        <p:nvSpPr>
          <p:cNvPr id="103" name="Google Shape;103;p15"/>
          <p:cNvSpPr txBox="1">
            <a:spLocks noGrp="1"/>
          </p:cNvSpPr>
          <p:nvPr>
            <p:ph type="body" idx="6"/>
          </p:nvPr>
        </p:nvSpPr>
        <p:spPr>
          <a:xfrm>
            <a:off x="6080125" y="2838928"/>
            <a:ext cx="2743200" cy="1654500"/>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750"/>
              </a:spcBef>
              <a:spcAft>
                <a:spcPts val="0"/>
              </a:spcAft>
              <a:buClr>
                <a:schemeClr val="lt1"/>
              </a:buClr>
              <a:buSzPts val="1800"/>
              <a:buNone/>
              <a:defRPr sz="1800" b="0">
                <a:solidFill>
                  <a:schemeClr val="lt1"/>
                </a:solidFill>
                <a:latin typeface="Calibri"/>
                <a:ea typeface="Calibri"/>
                <a:cs typeface="Calibri"/>
                <a:sym typeface="Calibri"/>
              </a:defRPr>
            </a:lvl1pPr>
            <a:lvl2pPr marL="914400" lvl="1" indent="-342900" algn="l">
              <a:lnSpc>
                <a:spcPct val="90000"/>
              </a:lnSpc>
              <a:spcBef>
                <a:spcPts val="375"/>
              </a:spcBef>
              <a:spcAft>
                <a:spcPts val="0"/>
              </a:spcAft>
              <a:buClr>
                <a:schemeClr val="lt1"/>
              </a:buClr>
              <a:buSzPts val="1800"/>
              <a:buChar char="•"/>
              <a:defRPr>
                <a:solidFill>
                  <a:schemeClr val="lt1"/>
                </a:solidFill>
              </a:defRPr>
            </a:lvl2pPr>
            <a:lvl3pPr marL="1371600" lvl="2" indent="-342900" algn="l">
              <a:lnSpc>
                <a:spcPct val="90000"/>
              </a:lnSpc>
              <a:spcBef>
                <a:spcPts val="375"/>
              </a:spcBef>
              <a:spcAft>
                <a:spcPts val="0"/>
              </a:spcAft>
              <a:buClr>
                <a:schemeClr val="lt1"/>
              </a:buClr>
              <a:buSzPts val="1800"/>
              <a:buChar char="•"/>
              <a:defRPr>
                <a:solidFill>
                  <a:schemeClr val="lt1"/>
                </a:solidFill>
              </a:defRPr>
            </a:lvl3pPr>
            <a:lvl4pPr marL="1828800" lvl="3" indent="-342900" algn="l">
              <a:lnSpc>
                <a:spcPct val="90000"/>
              </a:lnSpc>
              <a:spcBef>
                <a:spcPts val="375"/>
              </a:spcBef>
              <a:spcAft>
                <a:spcPts val="0"/>
              </a:spcAft>
              <a:buClr>
                <a:schemeClr val="lt1"/>
              </a:buClr>
              <a:buSzPts val="1800"/>
              <a:buChar char="•"/>
              <a:defRPr>
                <a:solidFill>
                  <a:schemeClr val="lt1"/>
                </a:solidFill>
              </a:defRPr>
            </a:lvl4pPr>
            <a:lvl5pPr marL="2286000" lvl="4" indent="-342900" algn="l">
              <a:lnSpc>
                <a:spcPct val="90000"/>
              </a:lnSpc>
              <a:spcBef>
                <a:spcPts val="375"/>
              </a:spcBef>
              <a:spcAft>
                <a:spcPts val="0"/>
              </a:spcAft>
              <a:buClr>
                <a:schemeClr val="lt1"/>
              </a:buClr>
              <a:buSzPts val="1800"/>
              <a:buChar char="•"/>
              <a:defRPr>
                <a:solidFill>
                  <a:schemeClr val="lt1"/>
                </a:solidFill>
              </a:defRPr>
            </a:lvl5pPr>
            <a:lvl6pPr marL="2743200" lvl="5" indent="-342900" algn="l">
              <a:lnSpc>
                <a:spcPct val="90000"/>
              </a:lnSpc>
              <a:spcBef>
                <a:spcPts val="375"/>
              </a:spcBef>
              <a:spcAft>
                <a:spcPts val="0"/>
              </a:spcAft>
              <a:buClr>
                <a:schemeClr val="lt1"/>
              </a:buClr>
              <a:buSzPts val="1800"/>
              <a:buChar char="•"/>
              <a:defRPr>
                <a:solidFill>
                  <a:schemeClr val="lt1"/>
                </a:solidFill>
              </a:defRPr>
            </a:lvl6pPr>
            <a:lvl7pPr marL="3200400" lvl="6" indent="-342900" algn="l">
              <a:lnSpc>
                <a:spcPct val="90000"/>
              </a:lnSpc>
              <a:spcBef>
                <a:spcPts val="375"/>
              </a:spcBef>
              <a:spcAft>
                <a:spcPts val="0"/>
              </a:spcAft>
              <a:buClr>
                <a:schemeClr val="lt1"/>
              </a:buClr>
              <a:buSzPts val="1800"/>
              <a:buChar char="•"/>
              <a:defRPr>
                <a:solidFill>
                  <a:schemeClr val="lt1"/>
                </a:solidFill>
              </a:defRPr>
            </a:lvl7pPr>
            <a:lvl8pPr marL="3657600" lvl="7" indent="-342900" algn="l">
              <a:lnSpc>
                <a:spcPct val="90000"/>
              </a:lnSpc>
              <a:spcBef>
                <a:spcPts val="375"/>
              </a:spcBef>
              <a:spcAft>
                <a:spcPts val="0"/>
              </a:spcAft>
              <a:buClr>
                <a:schemeClr val="lt1"/>
              </a:buClr>
              <a:buSzPts val="1800"/>
              <a:buChar char="•"/>
              <a:defRPr>
                <a:solidFill>
                  <a:schemeClr val="lt1"/>
                </a:solidFill>
              </a:defRPr>
            </a:lvl8pPr>
            <a:lvl9pPr marL="4114800" lvl="8" indent="-342900" algn="l">
              <a:lnSpc>
                <a:spcPct val="90000"/>
              </a:lnSpc>
              <a:spcBef>
                <a:spcPts val="375"/>
              </a:spcBef>
              <a:spcAft>
                <a:spcPts val="0"/>
              </a:spcAft>
              <a:buClr>
                <a:schemeClr val="lt1"/>
              </a:buClr>
              <a:buSzPts val="1800"/>
              <a:buChar char="•"/>
              <a:defRPr>
                <a:solidFill>
                  <a:schemeClr val="lt1"/>
                </a:solidFill>
              </a:defRPr>
            </a:lvl9pPr>
          </a:lstStyle>
          <a:p>
            <a:endParaRPr/>
          </a:p>
        </p:txBody>
      </p:sp>
      <p:pic>
        <p:nvPicPr>
          <p:cNvPr id="104" name="Google Shape;104;p15"/>
          <p:cNvPicPr preferRelativeResize="0"/>
          <p:nvPr/>
        </p:nvPicPr>
        <p:blipFill rotWithShape="1">
          <a:blip r:embed="rId2">
            <a:alphaModFix/>
          </a:blip>
          <a:srcRect/>
          <a:stretch/>
        </p:blipFill>
        <p:spPr>
          <a:xfrm>
            <a:off x="313316" y="4850851"/>
            <a:ext cx="1283818" cy="15463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Divider - Poppy">
  <p:cSld name="Divider - Poppy">
    <p:bg>
      <p:bgPr>
        <a:solidFill>
          <a:schemeClr val="accent5"/>
        </a:solidFill>
        <a:effectLst/>
      </p:bgPr>
    </p:bg>
    <p:spTree>
      <p:nvGrpSpPr>
        <p:cNvPr id="1" name="Shape 105"/>
        <p:cNvGrpSpPr/>
        <p:nvPr/>
      </p:nvGrpSpPr>
      <p:grpSpPr>
        <a:xfrm>
          <a:off x="0" y="0"/>
          <a:ext cx="0" cy="0"/>
          <a:chOff x="0" y="0"/>
          <a:chExt cx="0" cy="0"/>
        </a:xfrm>
      </p:grpSpPr>
      <p:pic>
        <p:nvPicPr>
          <p:cNvPr id="106" name="Google Shape;106;p16"/>
          <p:cNvPicPr preferRelativeResize="0"/>
          <p:nvPr/>
        </p:nvPicPr>
        <p:blipFill rotWithShape="1">
          <a:blip r:embed="rId2">
            <a:alphaModFix amt="85000"/>
          </a:blip>
          <a:srcRect/>
          <a:stretch/>
        </p:blipFill>
        <p:spPr>
          <a:xfrm>
            <a:off x="0" y="0"/>
            <a:ext cx="2893735" cy="5143500"/>
          </a:xfrm>
          <a:prstGeom prst="rect">
            <a:avLst/>
          </a:prstGeom>
          <a:noFill/>
          <a:ln>
            <a:noFill/>
          </a:ln>
        </p:spPr>
      </p:pic>
      <p:sp>
        <p:nvSpPr>
          <p:cNvPr id="107" name="Google Shape;107;p16"/>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a:solidFill>
                  <a:schemeClr val="lt1"/>
                </a:solidFill>
                <a:latin typeface="Calibri"/>
                <a:ea typeface="Calibri"/>
                <a:cs typeface="Calibri"/>
                <a:sym typeface="Calibri"/>
              </a:defRPr>
            </a:lvl1pPr>
            <a:lvl2pPr marL="0" lvl="1" indent="0" algn="r">
              <a:spcBef>
                <a:spcPts val="0"/>
              </a:spcBef>
              <a:buNone/>
              <a:defRPr sz="800">
                <a:solidFill>
                  <a:schemeClr val="lt1"/>
                </a:solidFill>
                <a:latin typeface="Calibri"/>
                <a:ea typeface="Calibri"/>
                <a:cs typeface="Calibri"/>
                <a:sym typeface="Calibri"/>
              </a:defRPr>
            </a:lvl2pPr>
            <a:lvl3pPr marL="0" lvl="2" indent="0" algn="r">
              <a:spcBef>
                <a:spcPts val="0"/>
              </a:spcBef>
              <a:buNone/>
              <a:defRPr sz="800">
                <a:solidFill>
                  <a:schemeClr val="lt1"/>
                </a:solidFill>
                <a:latin typeface="Calibri"/>
                <a:ea typeface="Calibri"/>
                <a:cs typeface="Calibri"/>
                <a:sym typeface="Calibri"/>
              </a:defRPr>
            </a:lvl3pPr>
            <a:lvl4pPr marL="0" lvl="3" indent="0" algn="r">
              <a:spcBef>
                <a:spcPts val="0"/>
              </a:spcBef>
              <a:buNone/>
              <a:defRPr sz="800">
                <a:solidFill>
                  <a:schemeClr val="lt1"/>
                </a:solidFill>
                <a:latin typeface="Calibri"/>
                <a:ea typeface="Calibri"/>
                <a:cs typeface="Calibri"/>
                <a:sym typeface="Calibri"/>
              </a:defRPr>
            </a:lvl4pPr>
            <a:lvl5pPr marL="0" lvl="4" indent="0" algn="r">
              <a:spcBef>
                <a:spcPts val="0"/>
              </a:spcBef>
              <a:buNone/>
              <a:defRPr sz="800">
                <a:solidFill>
                  <a:schemeClr val="lt1"/>
                </a:solidFill>
                <a:latin typeface="Calibri"/>
                <a:ea typeface="Calibri"/>
                <a:cs typeface="Calibri"/>
                <a:sym typeface="Calibri"/>
              </a:defRPr>
            </a:lvl5pPr>
            <a:lvl6pPr marL="0" lvl="5" indent="0" algn="r">
              <a:spcBef>
                <a:spcPts val="0"/>
              </a:spcBef>
              <a:buNone/>
              <a:defRPr sz="800">
                <a:solidFill>
                  <a:schemeClr val="lt1"/>
                </a:solidFill>
                <a:latin typeface="Calibri"/>
                <a:ea typeface="Calibri"/>
                <a:cs typeface="Calibri"/>
                <a:sym typeface="Calibri"/>
              </a:defRPr>
            </a:lvl6pPr>
            <a:lvl7pPr marL="0" lvl="6" indent="0" algn="r">
              <a:spcBef>
                <a:spcPts val="0"/>
              </a:spcBef>
              <a:buNone/>
              <a:defRPr sz="800">
                <a:solidFill>
                  <a:schemeClr val="lt1"/>
                </a:solidFill>
                <a:latin typeface="Calibri"/>
                <a:ea typeface="Calibri"/>
                <a:cs typeface="Calibri"/>
                <a:sym typeface="Calibri"/>
              </a:defRPr>
            </a:lvl7pPr>
            <a:lvl8pPr marL="0" lvl="7" indent="0" algn="r">
              <a:spcBef>
                <a:spcPts val="0"/>
              </a:spcBef>
              <a:buNone/>
              <a:defRPr sz="800">
                <a:solidFill>
                  <a:schemeClr val="lt1"/>
                </a:solidFill>
                <a:latin typeface="Calibri"/>
                <a:ea typeface="Calibri"/>
                <a:cs typeface="Calibri"/>
                <a:sym typeface="Calibri"/>
              </a:defRPr>
            </a:lvl8pPr>
            <a:lvl9pPr marL="0" lvl="8" indent="0" algn="r">
              <a:spcBef>
                <a:spcPts val="0"/>
              </a:spcBef>
              <a:buNone/>
              <a:defRPr sz="8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108" name="Google Shape;108;p16"/>
          <p:cNvSpPr txBox="1">
            <a:spLocks noGrp="1"/>
          </p:cNvSpPr>
          <p:nvPr>
            <p:ph type="ctrTitle"/>
          </p:nvPr>
        </p:nvSpPr>
        <p:spPr>
          <a:xfrm>
            <a:off x="1363132" y="1760219"/>
            <a:ext cx="7479900" cy="1660500"/>
          </a:xfrm>
          <a:prstGeom prst="rect">
            <a:avLst/>
          </a:prstGeom>
          <a:noFill/>
          <a:ln>
            <a:noFill/>
          </a:ln>
        </p:spPr>
        <p:txBody>
          <a:bodyPr spcFirstLastPara="1" wrap="square" lIns="0" tIns="45700" rIns="0" bIns="45700" anchor="t" anchorCtr="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09" name="Google Shape;109;p16"/>
          <p:cNvCxnSpPr/>
          <p:nvPr/>
        </p:nvCxnSpPr>
        <p:spPr>
          <a:xfrm>
            <a:off x="320040" y="4767263"/>
            <a:ext cx="8503800" cy="0"/>
          </a:xfrm>
          <a:prstGeom prst="straightConnector1">
            <a:avLst/>
          </a:prstGeom>
          <a:noFill/>
          <a:ln w="9525" cap="flat" cmpd="sng">
            <a:solidFill>
              <a:schemeClr val="lt1"/>
            </a:solidFill>
            <a:prstDash val="solid"/>
            <a:miter lim="800000"/>
            <a:headEnd type="none" w="sm" len="sm"/>
            <a:tailEnd type="none" w="sm" len="sm"/>
          </a:ln>
        </p:spPr>
      </p:cxnSp>
      <p:sp>
        <p:nvSpPr>
          <p:cNvPr id="110" name="Google Shape;110;p16"/>
          <p:cNvSpPr txBox="1">
            <a:spLocks noGrp="1"/>
          </p:cNvSpPr>
          <p:nvPr>
            <p:ph type="subTitle" idx="1"/>
          </p:nvPr>
        </p:nvSpPr>
        <p:spPr>
          <a:xfrm>
            <a:off x="1363125" y="3500618"/>
            <a:ext cx="6202200" cy="943500"/>
          </a:xfrm>
          <a:prstGeom prst="rect">
            <a:avLst/>
          </a:prstGeom>
        </p:spPr>
        <p:txBody>
          <a:bodyPr spcFirstLastPara="1" wrap="square" lIns="0" tIns="45700" rIns="0" bIns="45700" anchor="t" anchorCtr="0">
            <a:normAutofit/>
          </a:bodyPr>
          <a:lstStyle>
            <a:lvl1pPr lvl="0" rtl="0">
              <a:spcBef>
                <a:spcPts val="750"/>
              </a:spcBef>
              <a:spcAft>
                <a:spcPts val="0"/>
              </a:spcAft>
              <a:buClr>
                <a:schemeClr val="lt1"/>
              </a:buClr>
              <a:buSzPts val="2300"/>
              <a:buNone/>
              <a:defRPr>
                <a:solidFill>
                  <a:schemeClr val="lt1"/>
                </a:solidFill>
              </a:defRPr>
            </a:lvl1pPr>
            <a:lvl2pPr lvl="1" rtl="0">
              <a:spcBef>
                <a:spcPts val="375"/>
              </a:spcBef>
              <a:spcAft>
                <a:spcPts val="0"/>
              </a:spcAft>
              <a:buSzPts val="1800"/>
              <a:buNone/>
              <a:defRPr/>
            </a:lvl2pPr>
            <a:lvl3pPr lvl="2" rtl="0">
              <a:spcBef>
                <a:spcPts val="375"/>
              </a:spcBef>
              <a:spcAft>
                <a:spcPts val="0"/>
              </a:spcAft>
              <a:buSzPts val="1800"/>
              <a:buNone/>
              <a:defRPr/>
            </a:lvl3pPr>
            <a:lvl4pPr lvl="3" rtl="0">
              <a:spcBef>
                <a:spcPts val="375"/>
              </a:spcBef>
              <a:spcAft>
                <a:spcPts val="0"/>
              </a:spcAft>
              <a:buSzPts val="1800"/>
              <a:buNone/>
              <a:defRPr/>
            </a:lvl4pPr>
            <a:lvl5pPr lvl="4" rtl="0">
              <a:spcBef>
                <a:spcPts val="375"/>
              </a:spcBef>
              <a:spcAft>
                <a:spcPts val="0"/>
              </a:spcAft>
              <a:buSzPts val="1800"/>
              <a:buNone/>
              <a:defRPr/>
            </a:lvl5pPr>
            <a:lvl6pPr lvl="5" rtl="0">
              <a:spcBef>
                <a:spcPts val="375"/>
              </a:spcBef>
              <a:spcAft>
                <a:spcPts val="0"/>
              </a:spcAft>
              <a:buSzPts val="1350"/>
              <a:buNone/>
              <a:defRPr/>
            </a:lvl6pPr>
            <a:lvl7pPr lvl="6" rtl="0">
              <a:spcBef>
                <a:spcPts val="375"/>
              </a:spcBef>
              <a:spcAft>
                <a:spcPts val="0"/>
              </a:spcAft>
              <a:buSzPts val="1350"/>
              <a:buNone/>
              <a:defRPr/>
            </a:lvl7pPr>
            <a:lvl8pPr lvl="7" rtl="0">
              <a:spcBef>
                <a:spcPts val="375"/>
              </a:spcBef>
              <a:spcAft>
                <a:spcPts val="0"/>
              </a:spcAft>
              <a:buSzPts val="1350"/>
              <a:buNone/>
              <a:defRPr/>
            </a:lvl8pPr>
            <a:lvl9pPr lvl="8" rtl="0">
              <a:spcBef>
                <a:spcPts val="375"/>
              </a:spcBef>
              <a:spcAft>
                <a:spcPts val="0"/>
              </a:spcAft>
              <a:buSzPts val="135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Divider - Illuminating (Dark)">
  <p:cSld name="Divider - Illuminating (Dark)">
    <p:bg>
      <p:bgPr>
        <a:solidFill>
          <a:srgbClr val="FEC51D"/>
        </a:solidFill>
        <a:effectLst/>
      </p:bgPr>
    </p:bg>
    <p:spTree>
      <p:nvGrpSpPr>
        <p:cNvPr id="1" name="Shape 111"/>
        <p:cNvGrpSpPr/>
        <p:nvPr/>
      </p:nvGrpSpPr>
      <p:grpSpPr>
        <a:xfrm>
          <a:off x="0" y="0"/>
          <a:ext cx="0" cy="0"/>
          <a:chOff x="0" y="0"/>
          <a:chExt cx="0" cy="0"/>
        </a:xfrm>
      </p:grpSpPr>
      <p:pic>
        <p:nvPicPr>
          <p:cNvPr id="112" name="Google Shape;112;p17"/>
          <p:cNvPicPr preferRelativeResize="0"/>
          <p:nvPr/>
        </p:nvPicPr>
        <p:blipFill rotWithShape="1">
          <a:blip r:embed="rId2">
            <a:alphaModFix amt="70000"/>
          </a:blip>
          <a:srcRect/>
          <a:stretch/>
        </p:blipFill>
        <p:spPr>
          <a:xfrm>
            <a:off x="0" y="0"/>
            <a:ext cx="2893733" cy="5143500"/>
          </a:xfrm>
          <a:prstGeom prst="rect">
            <a:avLst/>
          </a:prstGeom>
          <a:noFill/>
          <a:ln>
            <a:noFill/>
          </a:ln>
        </p:spPr>
      </p:pic>
      <p:sp>
        <p:nvSpPr>
          <p:cNvPr id="113" name="Google Shape;113;p17"/>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a:solidFill>
                  <a:schemeClr val="lt1"/>
                </a:solidFill>
                <a:latin typeface="Calibri"/>
                <a:ea typeface="Calibri"/>
                <a:cs typeface="Calibri"/>
                <a:sym typeface="Calibri"/>
              </a:defRPr>
            </a:lvl1pPr>
            <a:lvl2pPr marL="0" lvl="1" indent="0" algn="r">
              <a:spcBef>
                <a:spcPts val="0"/>
              </a:spcBef>
              <a:buNone/>
              <a:defRPr sz="800">
                <a:solidFill>
                  <a:schemeClr val="lt1"/>
                </a:solidFill>
                <a:latin typeface="Calibri"/>
                <a:ea typeface="Calibri"/>
                <a:cs typeface="Calibri"/>
                <a:sym typeface="Calibri"/>
              </a:defRPr>
            </a:lvl2pPr>
            <a:lvl3pPr marL="0" lvl="2" indent="0" algn="r">
              <a:spcBef>
                <a:spcPts val="0"/>
              </a:spcBef>
              <a:buNone/>
              <a:defRPr sz="800">
                <a:solidFill>
                  <a:schemeClr val="lt1"/>
                </a:solidFill>
                <a:latin typeface="Calibri"/>
                <a:ea typeface="Calibri"/>
                <a:cs typeface="Calibri"/>
                <a:sym typeface="Calibri"/>
              </a:defRPr>
            </a:lvl3pPr>
            <a:lvl4pPr marL="0" lvl="3" indent="0" algn="r">
              <a:spcBef>
                <a:spcPts val="0"/>
              </a:spcBef>
              <a:buNone/>
              <a:defRPr sz="800">
                <a:solidFill>
                  <a:schemeClr val="lt1"/>
                </a:solidFill>
                <a:latin typeface="Calibri"/>
                <a:ea typeface="Calibri"/>
                <a:cs typeface="Calibri"/>
                <a:sym typeface="Calibri"/>
              </a:defRPr>
            </a:lvl4pPr>
            <a:lvl5pPr marL="0" lvl="4" indent="0" algn="r">
              <a:spcBef>
                <a:spcPts val="0"/>
              </a:spcBef>
              <a:buNone/>
              <a:defRPr sz="800">
                <a:solidFill>
                  <a:schemeClr val="lt1"/>
                </a:solidFill>
                <a:latin typeface="Calibri"/>
                <a:ea typeface="Calibri"/>
                <a:cs typeface="Calibri"/>
                <a:sym typeface="Calibri"/>
              </a:defRPr>
            </a:lvl5pPr>
            <a:lvl6pPr marL="0" lvl="5" indent="0" algn="r">
              <a:spcBef>
                <a:spcPts val="0"/>
              </a:spcBef>
              <a:buNone/>
              <a:defRPr sz="800">
                <a:solidFill>
                  <a:schemeClr val="lt1"/>
                </a:solidFill>
                <a:latin typeface="Calibri"/>
                <a:ea typeface="Calibri"/>
                <a:cs typeface="Calibri"/>
                <a:sym typeface="Calibri"/>
              </a:defRPr>
            </a:lvl6pPr>
            <a:lvl7pPr marL="0" lvl="6" indent="0" algn="r">
              <a:spcBef>
                <a:spcPts val="0"/>
              </a:spcBef>
              <a:buNone/>
              <a:defRPr sz="800">
                <a:solidFill>
                  <a:schemeClr val="lt1"/>
                </a:solidFill>
                <a:latin typeface="Calibri"/>
                <a:ea typeface="Calibri"/>
                <a:cs typeface="Calibri"/>
                <a:sym typeface="Calibri"/>
              </a:defRPr>
            </a:lvl7pPr>
            <a:lvl8pPr marL="0" lvl="7" indent="0" algn="r">
              <a:spcBef>
                <a:spcPts val="0"/>
              </a:spcBef>
              <a:buNone/>
              <a:defRPr sz="800">
                <a:solidFill>
                  <a:schemeClr val="lt1"/>
                </a:solidFill>
                <a:latin typeface="Calibri"/>
                <a:ea typeface="Calibri"/>
                <a:cs typeface="Calibri"/>
                <a:sym typeface="Calibri"/>
              </a:defRPr>
            </a:lvl8pPr>
            <a:lvl9pPr marL="0" lvl="8" indent="0" algn="r">
              <a:spcBef>
                <a:spcPts val="0"/>
              </a:spcBef>
              <a:buNone/>
              <a:defRPr sz="8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114" name="Google Shape;114;p17"/>
          <p:cNvSpPr txBox="1">
            <a:spLocks noGrp="1"/>
          </p:cNvSpPr>
          <p:nvPr>
            <p:ph type="ctrTitle"/>
          </p:nvPr>
        </p:nvSpPr>
        <p:spPr>
          <a:xfrm>
            <a:off x="1363132" y="1760219"/>
            <a:ext cx="7479900" cy="1660500"/>
          </a:xfrm>
          <a:prstGeom prst="rect">
            <a:avLst/>
          </a:prstGeom>
          <a:noFill/>
          <a:ln>
            <a:noFill/>
          </a:ln>
        </p:spPr>
        <p:txBody>
          <a:bodyPr spcFirstLastPara="1" wrap="square" lIns="0" tIns="45700" rIns="0" bIns="45700" anchor="t" anchorCtr="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15" name="Google Shape;115;p17"/>
          <p:cNvCxnSpPr/>
          <p:nvPr/>
        </p:nvCxnSpPr>
        <p:spPr>
          <a:xfrm>
            <a:off x="320040" y="4767263"/>
            <a:ext cx="8503800" cy="0"/>
          </a:xfrm>
          <a:prstGeom prst="straightConnector1">
            <a:avLst/>
          </a:prstGeom>
          <a:noFill/>
          <a:ln w="9525" cap="flat" cmpd="sng">
            <a:solidFill>
              <a:schemeClr val="lt1"/>
            </a:solidFill>
            <a:prstDash val="solid"/>
            <a:miter lim="800000"/>
            <a:headEnd type="none" w="sm" len="sm"/>
            <a:tailEnd type="none" w="sm" len="sm"/>
          </a:ln>
        </p:spPr>
      </p:cxnSp>
      <p:sp>
        <p:nvSpPr>
          <p:cNvPr id="116" name="Google Shape;116;p17"/>
          <p:cNvSpPr txBox="1">
            <a:spLocks noGrp="1"/>
          </p:cNvSpPr>
          <p:nvPr>
            <p:ph type="subTitle" idx="1"/>
          </p:nvPr>
        </p:nvSpPr>
        <p:spPr>
          <a:xfrm>
            <a:off x="1363125" y="3500618"/>
            <a:ext cx="6202200" cy="943500"/>
          </a:xfrm>
          <a:prstGeom prst="rect">
            <a:avLst/>
          </a:prstGeom>
        </p:spPr>
        <p:txBody>
          <a:bodyPr spcFirstLastPara="1" wrap="square" lIns="0" tIns="45700" rIns="0" bIns="45700" anchor="t" anchorCtr="0">
            <a:normAutofit/>
          </a:bodyPr>
          <a:lstStyle>
            <a:lvl1pPr lvl="0" rtl="0">
              <a:spcBef>
                <a:spcPts val="750"/>
              </a:spcBef>
              <a:spcAft>
                <a:spcPts val="0"/>
              </a:spcAft>
              <a:buClr>
                <a:schemeClr val="lt1"/>
              </a:buClr>
              <a:buSzPts val="2300"/>
              <a:buNone/>
              <a:defRPr>
                <a:solidFill>
                  <a:schemeClr val="lt1"/>
                </a:solidFill>
              </a:defRPr>
            </a:lvl1pPr>
            <a:lvl2pPr lvl="1" rtl="0">
              <a:spcBef>
                <a:spcPts val="375"/>
              </a:spcBef>
              <a:spcAft>
                <a:spcPts val="0"/>
              </a:spcAft>
              <a:buSzPts val="1800"/>
              <a:buNone/>
              <a:defRPr/>
            </a:lvl2pPr>
            <a:lvl3pPr lvl="2" rtl="0">
              <a:spcBef>
                <a:spcPts val="375"/>
              </a:spcBef>
              <a:spcAft>
                <a:spcPts val="0"/>
              </a:spcAft>
              <a:buSzPts val="1800"/>
              <a:buNone/>
              <a:defRPr/>
            </a:lvl3pPr>
            <a:lvl4pPr lvl="3" rtl="0">
              <a:spcBef>
                <a:spcPts val="375"/>
              </a:spcBef>
              <a:spcAft>
                <a:spcPts val="0"/>
              </a:spcAft>
              <a:buSzPts val="1800"/>
              <a:buNone/>
              <a:defRPr/>
            </a:lvl4pPr>
            <a:lvl5pPr lvl="4" rtl="0">
              <a:spcBef>
                <a:spcPts val="375"/>
              </a:spcBef>
              <a:spcAft>
                <a:spcPts val="0"/>
              </a:spcAft>
              <a:buSzPts val="1800"/>
              <a:buNone/>
              <a:defRPr/>
            </a:lvl5pPr>
            <a:lvl6pPr lvl="5" rtl="0">
              <a:spcBef>
                <a:spcPts val="375"/>
              </a:spcBef>
              <a:spcAft>
                <a:spcPts val="0"/>
              </a:spcAft>
              <a:buSzPts val="1350"/>
              <a:buNone/>
              <a:defRPr/>
            </a:lvl6pPr>
            <a:lvl7pPr lvl="6" rtl="0">
              <a:spcBef>
                <a:spcPts val="375"/>
              </a:spcBef>
              <a:spcAft>
                <a:spcPts val="0"/>
              </a:spcAft>
              <a:buSzPts val="1350"/>
              <a:buNone/>
              <a:defRPr/>
            </a:lvl7pPr>
            <a:lvl8pPr lvl="7" rtl="0">
              <a:spcBef>
                <a:spcPts val="375"/>
              </a:spcBef>
              <a:spcAft>
                <a:spcPts val="0"/>
              </a:spcAft>
              <a:buSzPts val="1350"/>
              <a:buNone/>
              <a:defRPr/>
            </a:lvl8pPr>
            <a:lvl9pPr lvl="8" rtl="0">
              <a:spcBef>
                <a:spcPts val="375"/>
              </a:spcBef>
              <a:spcAft>
                <a:spcPts val="0"/>
              </a:spcAft>
              <a:buSzPts val="135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Divider - Palo Verde">
  <p:cSld name="Divider - Palo Verde">
    <p:bg>
      <p:bgPr>
        <a:solidFill>
          <a:schemeClr val="accent4"/>
        </a:solidFill>
        <a:effectLst/>
      </p:bgPr>
    </p:bg>
    <p:spTree>
      <p:nvGrpSpPr>
        <p:cNvPr id="1" name="Shape 117"/>
        <p:cNvGrpSpPr/>
        <p:nvPr/>
      </p:nvGrpSpPr>
      <p:grpSpPr>
        <a:xfrm>
          <a:off x="0" y="0"/>
          <a:ext cx="0" cy="0"/>
          <a:chOff x="0" y="0"/>
          <a:chExt cx="0" cy="0"/>
        </a:xfrm>
      </p:grpSpPr>
      <p:pic>
        <p:nvPicPr>
          <p:cNvPr id="118" name="Google Shape;118;p18" descr="Background pattern&#10;&#10;Description automatically generated"/>
          <p:cNvPicPr preferRelativeResize="0"/>
          <p:nvPr/>
        </p:nvPicPr>
        <p:blipFill rotWithShape="1">
          <a:blip r:embed="rId2">
            <a:alphaModFix amt="70000"/>
          </a:blip>
          <a:srcRect/>
          <a:stretch/>
        </p:blipFill>
        <p:spPr>
          <a:xfrm>
            <a:off x="0" y="0"/>
            <a:ext cx="2893735" cy="5143500"/>
          </a:xfrm>
          <a:prstGeom prst="rect">
            <a:avLst/>
          </a:prstGeom>
          <a:noFill/>
          <a:ln>
            <a:noFill/>
          </a:ln>
        </p:spPr>
      </p:pic>
      <p:sp>
        <p:nvSpPr>
          <p:cNvPr id="119" name="Google Shape;119;p18"/>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a:solidFill>
                  <a:schemeClr val="lt1"/>
                </a:solidFill>
                <a:latin typeface="Calibri"/>
                <a:ea typeface="Calibri"/>
                <a:cs typeface="Calibri"/>
                <a:sym typeface="Calibri"/>
              </a:defRPr>
            </a:lvl1pPr>
            <a:lvl2pPr marL="0" lvl="1" indent="0" algn="r">
              <a:spcBef>
                <a:spcPts val="0"/>
              </a:spcBef>
              <a:buNone/>
              <a:defRPr sz="800">
                <a:solidFill>
                  <a:schemeClr val="lt1"/>
                </a:solidFill>
                <a:latin typeface="Calibri"/>
                <a:ea typeface="Calibri"/>
                <a:cs typeface="Calibri"/>
                <a:sym typeface="Calibri"/>
              </a:defRPr>
            </a:lvl2pPr>
            <a:lvl3pPr marL="0" lvl="2" indent="0" algn="r">
              <a:spcBef>
                <a:spcPts val="0"/>
              </a:spcBef>
              <a:buNone/>
              <a:defRPr sz="800">
                <a:solidFill>
                  <a:schemeClr val="lt1"/>
                </a:solidFill>
                <a:latin typeface="Calibri"/>
                <a:ea typeface="Calibri"/>
                <a:cs typeface="Calibri"/>
                <a:sym typeface="Calibri"/>
              </a:defRPr>
            </a:lvl3pPr>
            <a:lvl4pPr marL="0" lvl="3" indent="0" algn="r">
              <a:spcBef>
                <a:spcPts val="0"/>
              </a:spcBef>
              <a:buNone/>
              <a:defRPr sz="800">
                <a:solidFill>
                  <a:schemeClr val="lt1"/>
                </a:solidFill>
                <a:latin typeface="Calibri"/>
                <a:ea typeface="Calibri"/>
                <a:cs typeface="Calibri"/>
                <a:sym typeface="Calibri"/>
              </a:defRPr>
            </a:lvl4pPr>
            <a:lvl5pPr marL="0" lvl="4" indent="0" algn="r">
              <a:spcBef>
                <a:spcPts val="0"/>
              </a:spcBef>
              <a:buNone/>
              <a:defRPr sz="800">
                <a:solidFill>
                  <a:schemeClr val="lt1"/>
                </a:solidFill>
                <a:latin typeface="Calibri"/>
                <a:ea typeface="Calibri"/>
                <a:cs typeface="Calibri"/>
                <a:sym typeface="Calibri"/>
              </a:defRPr>
            </a:lvl5pPr>
            <a:lvl6pPr marL="0" lvl="5" indent="0" algn="r">
              <a:spcBef>
                <a:spcPts val="0"/>
              </a:spcBef>
              <a:buNone/>
              <a:defRPr sz="800">
                <a:solidFill>
                  <a:schemeClr val="lt1"/>
                </a:solidFill>
                <a:latin typeface="Calibri"/>
                <a:ea typeface="Calibri"/>
                <a:cs typeface="Calibri"/>
                <a:sym typeface="Calibri"/>
              </a:defRPr>
            </a:lvl6pPr>
            <a:lvl7pPr marL="0" lvl="6" indent="0" algn="r">
              <a:spcBef>
                <a:spcPts val="0"/>
              </a:spcBef>
              <a:buNone/>
              <a:defRPr sz="800">
                <a:solidFill>
                  <a:schemeClr val="lt1"/>
                </a:solidFill>
                <a:latin typeface="Calibri"/>
                <a:ea typeface="Calibri"/>
                <a:cs typeface="Calibri"/>
                <a:sym typeface="Calibri"/>
              </a:defRPr>
            </a:lvl7pPr>
            <a:lvl8pPr marL="0" lvl="7" indent="0" algn="r">
              <a:spcBef>
                <a:spcPts val="0"/>
              </a:spcBef>
              <a:buNone/>
              <a:defRPr sz="800">
                <a:solidFill>
                  <a:schemeClr val="lt1"/>
                </a:solidFill>
                <a:latin typeface="Calibri"/>
                <a:ea typeface="Calibri"/>
                <a:cs typeface="Calibri"/>
                <a:sym typeface="Calibri"/>
              </a:defRPr>
            </a:lvl8pPr>
            <a:lvl9pPr marL="0" lvl="8" indent="0" algn="r">
              <a:spcBef>
                <a:spcPts val="0"/>
              </a:spcBef>
              <a:buNone/>
              <a:defRPr sz="8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120" name="Google Shape;120;p18"/>
          <p:cNvSpPr txBox="1">
            <a:spLocks noGrp="1"/>
          </p:cNvSpPr>
          <p:nvPr>
            <p:ph type="ctrTitle"/>
          </p:nvPr>
        </p:nvSpPr>
        <p:spPr>
          <a:xfrm>
            <a:off x="1363132" y="1760219"/>
            <a:ext cx="7479900" cy="1660500"/>
          </a:xfrm>
          <a:prstGeom prst="rect">
            <a:avLst/>
          </a:prstGeom>
          <a:noFill/>
          <a:ln>
            <a:noFill/>
          </a:ln>
        </p:spPr>
        <p:txBody>
          <a:bodyPr spcFirstLastPara="1" wrap="square" lIns="0" tIns="45700" rIns="0" bIns="45700" anchor="t" anchorCtr="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21" name="Google Shape;121;p18"/>
          <p:cNvCxnSpPr/>
          <p:nvPr/>
        </p:nvCxnSpPr>
        <p:spPr>
          <a:xfrm>
            <a:off x="320040" y="4767263"/>
            <a:ext cx="8503800" cy="0"/>
          </a:xfrm>
          <a:prstGeom prst="straightConnector1">
            <a:avLst/>
          </a:prstGeom>
          <a:noFill/>
          <a:ln w="9525" cap="flat" cmpd="sng">
            <a:solidFill>
              <a:schemeClr val="lt1"/>
            </a:solidFill>
            <a:prstDash val="solid"/>
            <a:miter lim="800000"/>
            <a:headEnd type="none" w="sm" len="sm"/>
            <a:tailEnd type="none" w="sm" len="sm"/>
          </a:ln>
        </p:spPr>
      </p:cxnSp>
      <p:sp>
        <p:nvSpPr>
          <p:cNvPr id="122" name="Google Shape;122;p18"/>
          <p:cNvSpPr txBox="1">
            <a:spLocks noGrp="1"/>
          </p:cNvSpPr>
          <p:nvPr>
            <p:ph type="subTitle" idx="1"/>
          </p:nvPr>
        </p:nvSpPr>
        <p:spPr>
          <a:xfrm>
            <a:off x="1363125" y="3500618"/>
            <a:ext cx="6202200" cy="943500"/>
          </a:xfrm>
          <a:prstGeom prst="rect">
            <a:avLst/>
          </a:prstGeom>
        </p:spPr>
        <p:txBody>
          <a:bodyPr spcFirstLastPara="1" wrap="square" lIns="0" tIns="45700" rIns="0" bIns="45700" anchor="t" anchorCtr="0">
            <a:normAutofit/>
          </a:bodyPr>
          <a:lstStyle>
            <a:lvl1pPr lvl="0" rtl="0">
              <a:spcBef>
                <a:spcPts val="750"/>
              </a:spcBef>
              <a:spcAft>
                <a:spcPts val="0"/>
              </a:spcAft>
              <a:buClr>
                <a:schemeClr val="lt1"/>
              </a:buClr>
              <a:buSzPts val="2300"/>
              <a:buNone/>
              <a:defRPr>
                <a:solidFill>
                  <a:schemeClr val="lt1"/>
                </a:solidFill>
              </a:defRPr>
            </a:lvl1pPr>
            <a:lvl2pPr lvl="1" rtl="0">
              <a:spcBef>
                <a:spcPts val="375"/>
              </a:spcBef>
              <a:spcAft>
                <a:spcPts val="0"/>
              </a:spcAft>
              <a:buSzPts val="1800"/>
              <a:buNone/>
              <a:defRPr/>
            </a:lvl2pPr>
            <a:lvl3pPr lvl="2" rtl="0">
              <a:spcBef>
                <a:spcPts val="375"/>
              </a:spcBef>
              <a:spcAft>
                <a:spcPts val="0"/>
              </a:spcAft>
              <a:buSzPts val="1800"/>
              <a:buNone/>
              <a:defRPr/>
            </a:lvl3pPr>
            <a:lvl4pPr lvl="3" rtl="0">
              <a:spcBef>
                <a:spcPts val="375"/>
              </a:spcBef>
              <a:spcAft>
                <a:spcPts val="0"/>
              </a:spcAft>
              <a:buSzPts val="1800"/>
              <a:buNone/>
              <a:defRPr/>
            </a:lvl4pPr>
            <a:lvl5pPr lvl="4" rtl="0">
              <a:spcBef>
                <a:spcPts val="375"/>
              </a:spcBef>
              <a:spcAft>
                <a:spcPts val="0"/>
              </a:spcAft>
              <a:buSzPts val="1800"/>
              <a:buNone/>
              <a:defRPr/>
            </a:lvl5pPr>
            <a:lvl6pPr lvl="5" rtl="0">
              <a:spcBef>
                <a:spcPts val="375"/>
              </a:spcBef>
              <a:spcAft>
                <a:spcPts val="0"/>
              </a:spcAft>
              <a:buSzPts val="1350"/>
              <a:buNone/>
              <a:defRPr/>
            </a:lvl6pPr>
            <a:lvl7pPr lvl="6" rtl="0">
              <a:spcBef>
                <a:spcPts val="375"/>
              </a:spcBef>
              <a:spcAft>
                <a:spcPts val="0"/>
              </a:spcAft>
              <a:buSzPts val="1350"/>
              <a:buNone/>
              <a:defRPr/>
            </a:lvl7pPr>
            <a:lvl8pPr lvl="7" rtl="0">
              <a:spcBef>
                <a:spcPts val="375"/>
              </a:spcBef>
              <a:spcAft>
                <a:spcPts val="0"/>
              </a:spcAft>
              <a:buSzPts val="1350"/>
              <a:buNone/>
              <a:defRPr/>
            </a:lvl8pPr>
            <a:lvl9pPr lvl="8" rtl="0">
              <a:spcBef>
                <a:spcPts val="375"/>
              </a:spcBef>
              <a:spcAft>
                <a:spcPts val="0"/>
              </a:spcAft>
              <a:buSzPts val="135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Divider - Plum">
  <p:cSld name="Divider - Plum">
    <p:bg>
      <p:bgPr>
        <a:solidFill>
          <a:schemeClr val="accent3"/>
        </a:solidFill>
        <a:effectLst/>
      </p:bgPr>
    </p:bg>
    <p:spTree>
      <p:nvGrpSpPr>
        <p:cNvPr id="1" name="Shape 123"/>
        <p:cNvGrpSpPr/>
        <p:nvPr/>
      </p:nvGrpSpPr>
      <p:grpSpPr>
        <a:xfrm>
          <a:off x="0" y="0"/>
          <a:ext cx="0" cy="0"/>
          <a:chOff x="0" y="0"/>
          <a:chExt cx="0" cy="0"/>
        </a:xfrm>
      </p:grpSpPr>
      <p:pic>
        <p:nvPicPr>
          <p:cNvPr id="124" name="Google Shape;124;p19"/>
          <p:cNvPicPr preferRelativeResize="0"/>
          <p:nvPr/>
        </p:nvPicPr>
        <p:blipFill rotWithShape="1">
          <a:blip r:embed="rId2">
            <a:alphaModFix/>
          </a:blip>
          <a:srcRect/>
          <a:stretch/>
        </p:blipFill>
        <p:spPr>
          <a:xfrm>
            <a:off x="0" y="0"/>
            <a:ext cx="2893733" cy="5143500"/>
          </a:xfrm>
          <a:prstGeom prst="rect">
            <a:avLst/>
          </a:prstGeom>
          <a:noFill/>
          <a:ln>
            <a:noFill/>
          </a:ln>
        </p:spPr>
      </p:pic>
      <p:sp>
        <p:nvSpPr>
          <p:cNvPr id="125" name="Google Shape;125;p19"/>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a:solidFill>
                  <a:schemeClr val="lt1"/>
                </a:solidFill>
                <a:latin typeface="Calibri"/>
                <a:ea typeface="Calibri"/>
                <a:cs typeface="Calibri"/>
                <a:sym typeface="Calibri"/>
              </a:defRPr>
            </a:lvl1pPr>
            <a:lvl2pPr marL="0" lvl="1" indent="0" algn="r">
              <a:spcBef>
                <a:spcPts val="0"/>
              </a:spcBef>
              <a:buNone/>
              <a:defRPr sz="800">
                <a:solidFill>
                  <a:schemeClr val="lt1"/>
                </a:solidFill>
                <a:latin typeface="Calibri"/>
                <a:ea typeface="Calibri"/>
                <a:cs typeface="Calibri"/>
                <a:sym typeface="Calibri"/>
              </a:defRPr>
            </a:lvl2pPr>
            <a:lvl3pPr marL="0" lvl="2" indent="0" algn="r">
              <a:spcBef>
                <a:spcPts val="0"/>
              </a:spcBef>
              <a:buNone/>
              <a:defRPr sz="800">
                <a:solidFill>
                  <a:schemeClr val="lt1"/>
                </a:solidFill>
                <a:latin typeface="Calibri"/>
                <a:ea typeface="Calibri"/>
                <a:cs typeface="Calibri"/>
                <a:sym typeface="Calibri"/>
              </a:defRPr>
            </a:lvl3pPr>
            <a:lvl4pPr marL="0" lvl="3" indent="0" algn="r">
              <a:spcBef>
                <a:spcPts val="0"/>
              </a:spcBef>
              <a:buNone/>
              <a:defRPr sz="800">
                <a:solidFill>
                  <a:schemeClr val="lt1"/>
                </a:solidFill>
                <a:latin typeface="Calibri"/>
                <a:ea typeface="Calibri"/>
                <a:cs typeface="Calibri"/>
                <a:sym typeface="Calibri"/>
              </a:defRPr>
            </a:lvl4pPr>
            <a:lvl5pPr marL="0" lvl="4" indent="0" algn="r">
              <a:spcBef>
                <a:spcPts val="0"/>
              </a:spcBef>
              <a:buNone/>
              <a:defRPr sz="800">
                <a:solidFill>
                  <a:schemeClr val="lt1"/>
                </a:solidFill>
                <a:latin typeface="Calibri"/>
                <a:ea typeface="Calibri"/>
                <a:cs typeface="Calibri"/>
                <a:sym typeface="Calibri"/>
              </a:defRPr>
            </a:lvl5pPr>
            <a:lvl6pPr marL="0" lvl="5" indent="0" algn="r">
              <a:spcBef>
                <a:spcPts val="0"/>
              </a:spcBef>
              <a:buNone/>
              <a:defRPr sz="800">
                <a:solidFill>
                  <a:schemeClr val="lt1"/>
                </a:solidFill>
                <a:latin typeface="Calibri"/>
                <a:ea typeface="Calibri"/>
                <a:cs typeface="Calibri"/>
                <a:sym typeface="Calibri"/>
              </a:defRPr>
            </a:lvl6pPr>
            <a:lvl7pPr marL="0" lvl="6" indent="0" algn="r">
              <a:spcBef>
                <a:spcPts val="0"/>
              </a:spcBef>
              <a:buNone/>
              <a:defRPr sz="800">
                <a:solidFill>
                  <a:schemeClr val="lt1"/>
                </a:solidFill>
                <a:latin typeface="Calibri"/>
                <a:ea typeface="Calibri"/>
                <a:cs typeface="Calibri"/>
                <a:sym typeface="Calibri"/>
              </a:defRPr>
            </a:lvl7pPr>
            <a:lvl8pPr marL="0" lvl="7" indent="0" algn="r">
              <a:spcBef>
                <a:spcPts val="0"/>
              </a:spcBef>
              <a:buNone/>
              <a:defRPr sz="800">
                <a:solidFill>
                  <a:schemeClr val="lt1"/>
                </a:solidFill>
                <a:latin typeface="Calibri"/>
                <a:ea typeface="Calibri"/>
                <a:cs typeface="Calibri"/>
                <a:sym typeface="Calibri"/>
              </a:defRPr>
            </a:lvl8pPr>
            <a:lvl9pPr marL="0" lvl="8" indent="0" algn="r">
              <a:spcBef>
                <a:spcPts val="0"/>
              </a:spcBef>
              <a:buNone/>
              <a:defRPr sz="8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
        <p:nvSpPr>
          <p:cNvPr id="126" name="Google Shape;126;p19"/>
          <p:cNvSpPr txBox="1">
            <a:spLocks noGrp="1"/>
          </p:cNvSpPr>
          <p:nvPr>
            <p:ph type="ctrTitle"/>
          </p:nvPr>
        </p:nvSpPr>
        <p:spPr>
          <a:xfrm>
            <a:off x="1363132" y="1760219"/>
            <a:ext cx="7479900" cy="1660500"/>
          </a:xfrm>
          <a:prstGeom prst="rect">
            <a:avLst/>
          </a:prstGeom>
          <a:noFill/>
          <a:ln>
            <a:noFill/>
          </a:ln>
        </p:spPr>
        <p:txBody>
          <a:bodyPr spcFirstLastPara="1" wrap="square" lIns="0" tIns="45700" rIns="0" bIns="45700" anchor="t" anchorCtr="0">
            <a:normAutofit/>
          </a:bodyPr>
          <a:lstStyle>
            <a:lvl1pPr lvl="0" algn="l">
              <a:lnSpc>
                <a:spcPct val="90000"/>
              </a:lnSpc>
              <a:spcBef>
                <a:spcPts val="0"/>
              </a:spcBef>
              <a:spcAft>
                <a:spcPts val="0"/>
              </a:spcAft>
              <a:buClr>
                <a:schemeClr val="lt1"/>
              </a:buClr>
              <a:buSzPts val="4500"/>
              <a:buFont typeface="Georgia"/>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27" name="Google Shape;127;p19"/>
          <p:cNvCxnSpPr/>
          <p:nvPr/>
        </p:nvCxnSpPr>
        <p:spPr>
          <a:xfrm>
            <a:off x="320040" y="4767263"/>
            <a:ext cx="8503800" cy="0"/>
          </a:xfrm>
          <a:prstGeom prst="straightConnector1">
            <a:avLst/>
          </a:prstGeom>
          <a:noFill/>
          <a:ln w="9525" cap="flat" cmpd="sng">
            <a:solidFill>
              <a:schemeClr val="lt1"/>
            </a:solidFill>
            <a:prstDash val="solid"/>
            <a:miter lim="800000"/>
            <a:headEnd type="none" w="sm" len="sm"/>
            <a:tailEnd type="none" w="sm" len="sm"/>
          </a:ln>
        </p:spPr>
      </p:cxnSp>
      <p:sp>
        <p:nvSpPr>
          <p:cNvPr id="128" name="Google Shape;128;p19"/>
          <p:cNvSpPr txBox="1">
            <a:spLocks noGrp="1"/>
          </p:cNvSpPr>
          <p:nvPr>
            <p:ph type="subTitle" idx="1"/>
          </p:nvPr>
        </p:nvSpPr>
        <p:spPr>
          <a:xfrm>
            <a:off x="1363125" y="3500618"/>
            <a:ext cx="6202200" cy="943500"/>
          </a:xfrm>
          <a:prstGeom prst="rect">
            <a:avLst/>
          </a:prstGeom>
        </p:spPr>
        <p:txBody>
          <a:bodyPr spcFirstLastPara="1" wrap="square" lIns="0" tIns="45700" rIns="0" bIns="45700" anchor="t" anchorCtr="0">
            <a:normAutofit/>
          </a:bodyPr>
          <a:lstStyle>
            <a:lvl1pPr lvl="0" rtl="0">
              <a:spcBef>
                <a:spcPts val="750"/>
              </a:spcBef>
              <a:spcAft>
                <a:spcPts val="0"/>
              </a:spcAft>
              <a:buClr>
                <a:schemeClr val="lt1"/>
              </a:buClr>
              <a:buSzPts val="2300"/>
              <a:buNone/>
              <a:defRPr>
                <a:solidFill>
                  <a:schemeClr val="lt1"/>
                </a:solidFill>
              </a:defRPr>
            </a:lvl1pPr>
            <a:lvl2pPr lvl="1" rtl="0">
              <a:spcBef>
                <a:spcPts val="375"/>
              </a:spcBef>
              <a:spcAft>
                <a:spcPts val="0"/>
              </a:spcAft>
              <a:buSzPts val="1800"/>
              <a:buNone/>
              <a:defRPr/>
            </a:lvl2pPr>
            <a:lvl3pPr lvl="2" rtl="0">
              <a:spcBef>
                <a:spcPts val="375"/>
              </a:spcBef>
              <a:spcAft>
                <a:spcPts val="0"/>
              </a:spcAft>
              <a:buSzPts val="1800"/>
              <a:buNone/>
              <a:defRPr/>
            </a:lvl3pPr>
            <a:lvl4pPr lvl="3" rtl="0">
              <a:spcBef>
                <a:spcPts val="375"/>
              </a:spcBef>
              <a:spcAft>
                <a:spcPts val="0"/>
              </a:spcAft>
              <a:buSzPts val="1800"/>
              <a:buNone/>
              <a:defRPr/>
            </a:lvl4pPr>
            <a:lvl5pPr lvl="4" rtl="0">
              <a:spcBef>
                <a:spcPts val="375"/>
              </a:spcBef>
              <a:spcAft>
                <a:spcPts val="0"/>
              </a:spcAft>
              <a:buSzPts val="1800"/>
              <a:buNone/>
              <a:defRPr/>
            </a:lvl5pPr>
            <a:lvl6pPr lvl="5" rtl="0">
              <a:spcBef>
                <a:spcPts val="375"/>
              </a:spcBef>
              <a:spcAft>
                <a:spcPts val="0"/>
              </a:spcAft>
              <a:buSzPts val="1350"/>
              <a:buNone/>
              <a:defRPr/>
            </a:lvl6pPr>
            <a:lvl7pPr lvl="6" rtl="0">
              <a:spcBef>
                <a:spcPts val="375"/>
              </a:spcBef>
              <a:spcAft>
                <a:spcPts val="0"/>
              </a:spcAft>
              <a:buSzPts val="1350"/>
              <a:buNone/>
              <a:defRPr/>
            </a:lvl7pPr>
            <a:lvl8pPr lvl="7" rtl="0">
              <a:spcBef>
                <a:spcPts val="375"/>
              </a:spcBef>
              <a:spcAft>
                <a:spcPts val="0"/>
              </a:spcAft>
              <a:buSzPts val="1350"/>
              <a:buNone/>
              <a:defRPr/>
            </a:lvl8pPr>
            <a:lvl9pPr lvl="8" rtl="0">
              <a:spcBef>
                <a:spcPts val="375"/>
              </a:spcBef>
              <a:spcAft>
                <a:spcPts val="0"/>
              </a:spcAft>
              <a:buSzPts val="135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9"/>
        <p:cNvGrpSpPr/>
        <p:nvPr/>
      </p:nvGrpSpPr>
      <p:grpSpPr>
        <a:xfrm>
          <a:off x="0" y="0"/>
          <a:ext cx="0" cy="0"/>
          <a:chOff x="0" y="0"/>
          <a:chExt cx="0" cy="0"/>
        </a:xfrm>
      </p:grpSpPr>
      <p:sp>
        <p:nvSpPr>
          <p:cNvPr id="130" name="Google Shape;130;p20"/>
          <p:cNvSpPr txBox="1">
            <a:spLocks noGrp="1"/>
          </p:cNvSpPr>
          <p:nvPr>
            <p:ph type="title"/>
          </p:nvPr>
        </p:nvSpPr>
        <p:spPr>
          <a:xfrm>
            <a:off x="320040" y="273844"/>
            <a:ext cx="8503800" cy="82350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0"/>
          <p:cNvSpPr txBox="1">
            <a:spLocks noGrp="1"/>
          </p:cNvSpPr>
          <p:nvPr>
            <p:ph type="sldNum" idx="12"/>
          </p:nvPr>
        </p:nvSpPr>
        <p:spPr>
          <a:xfrm>
            <a:off x="6766560" y="4767263"/>
            <a:ext cx="20574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2"/>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1 1">
  <p:cSld name="TITLE_1_1">
    <p:bg>
      <p:bgPr>
        <a:solidFill>
          <a:srgbClr val="8C1515"/>
        </a:solidFill>
        <a:effectLst/>
      </p:bgPr>
    </p:bg>
    <p:spTree>
      <p:nvGrpSpPr>
        <p:cNvPr id="1" name="Shape 133"/>
        <p:cNvGrpSpPr/>
        <p:nvPr/>
      </p:nvGrpSpPr>
      <p:grpSpPr>
        <a:xfrm>
          <a:off x="0" y="0"/>
          <a:ext cx="0" cy="0"/>
          <a:chOff x="0" y="0"/>
          <a:chExt cx="0" cy="0"/>
        </a:xfrm>
      </p:grpSpPr>
      <p:sp>
        <p:nvSpPr>
          <p:cNvPr id="134" name="Google Shape;134;p22"/>
          <p:cNvSpPr txBox="1">
            <a:spLocks noGrp="1"/>
          </p:cNvSpPr>
          <p:nvPr>
            <p:ph type="ctrTitle"/>
          </p:nvPr>
        </p:nvSpPr>
        <p:spPr>
          <a:xfrm>
            <a:off x="311700" y="1049375"/>
            <a:ext cx="8520600" cy="2062500"/>
          </a:xfrm>
          <a:prstGeom prst="rect">
            <a:avLst/>
          </a:prstGeom>
        </p:spPr>
        <p:txBody>
          <a:bodyPr spcFirstLastPara="1" wrap="square" lIns="0" tIns="45700" rIns="0" bIns="45700" anchor="b" anchorCtr="0">
            <a:normAutofit/>
          </a:bodyPr>
          <a:lstStyle>
            <a:lvl1pPr lvl="0" algn="ctr" rtl="0">
              <a:spcBef>
                <a:spcPts val="0"/>
              </a:spcBef>
              <a:spcAft>
                <a:spcPts val="0"/>
              </a:spcAft>
              <a:buClr>
                <a:srgbClr val="FFFFFF"/>
              </a:buClr>
              <a:buSzPts val="5200"/>
              <a:buNone/>
              <a:defRPr sz="5200">
                <a:solidFill>
                  <a:srgbClr val="FFFFFF"/>
                </a:solidFill>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ain Title &amp; Subtitle">
  <p:cSld name="Main Title &amp; Subtitle">
    <p:spTree>
      <p:nvGrpSpPr>
        <p:cNvPr id="1" name="Shape 135"/>
        <p:cNvGrpSpPr/>
        <p:nvPr/>
      </p:nvGrpSpPr>
      <p:grpSpPr>
        <a:xfrm>
          <a:off x="0" y="0"/>
          <a:ext cx="0" cy="0"/>
          <a:chOff x="0" y="0"/>
          <a:chExt cx="0" cy="0"/>
        </a:xfrm>
      </p:grpSpPr>
      <p:sp>
        <p:nvSpPr>
          <p:cNvPr id="136" name="Google Shape;136;p23"/>
          <p:cNvSpPr txBox="1">
            <a:spLocks noGrp="1"/>
          </p:cNvSpPr>
          <p:nvPr>
            <p:ph type="body" idx="1"/>
          </p:nvPr>
        </p:nvSpPr>
        <p:spPr>
          <a:xfrm>
            <a:off x="381000" y="883820"/>
            <a:ext cx="8368500" cy="173400"/>
          </a:xfrm>
          <a:prstGeom prst="rect">
            <a:avLst/>
          </a:prstGeom>
          <a:noFill/>
          <a:ln>
            <a:noFill/>
          </a:ln>
        </p:spPr>
        <p:txBody>
          <a:bodyPr spcFirstLastPara="1" wrap="square" lIns="0" tIns="45700" rIns="0" bIns="45700" anchor="ctr" anchorCtr="0">
            <a:normAutofit/>
          </a:bodyPr>
          <a:lstStyle>
            <a:lvl1pPr marL="457200" marR="0" lvl="0" indent="-228600" algn="l" rtl="0">
              <a:spcBef>
                <a:spcPts val="320"/>
              </a:spcBef>
              <a:spcAft>
                <a:spcPts val="0"/>
              </a:spcAft>
              <a:buClr>
                <a:srgbClr val="5B5B5B"/>
              </a:buClr>
              <a:buSzPts val="1600"/>
              <a:buFont typeface="Arial"/>
              <a:buNone/>
              <a:defRPr sz="1600" b="0" i="0" u="none" strike="noStrike" cap="none">
                <a:solidFill>
                  <a:srgbClr val="5B5B5B"/>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37" name="Google Shape;137;p23"/>
          <p:cNvSpPr txBox="1">
            <a:spLocks noGrp="1"/>
          </p:cNvSpPr>
          <p:nvPr>
            <p:ph type="title"/>
          </p:nvPr>
        </p:nvSpPr>
        <p:spPr>
          <a:xfrm>
            <a:off x="381000" y="341313"/>
            <a:ext cx="8368500" cy="495300"/>
          </a:xfrm>
          <a:prstGeom prst="rect">
            <a:avLst/>
          </a:prstGeom>
          <a:noFill/>
          <a:ln>
            <a:noFill/>
          </a:ln>
        </p:spPr>
        <p:txBody>
          <a:bodyPr spcFirstLastPara="1" wrap="square" lIns="0" tIns="45700" rIns="0" bIns="45700" anchor="ctr" anchorCtr="0">
            <a:normAutofit/>
          </a:bodyPr>
          <a:lstStyle>
            <a:lvl1pPr marL="0" marR="0" lvl="0" indent="0" algn="l" rtl="0">
              <a:spcBef>
                <a:spcPts val="0"/>
              </a:spcBef>
              <a:spcAft>
                <a:spcPts val="0"/>
              </a:spcAft>
              <a:buClr>
                <a:srgbClr val="5B5B5B"/>
              </a:buClr>
              <a:buSzPts val="3600"/>
              <a:buFont typeface="Calibri"/>
              <a:buNone/>
              <a:defRPr sz="3600" b="0" i="0" u="none" strike="noStrike" cap="none">
                <a:solidFill>
                  <a:srgbClr val="5B5B5B"/>
                </a:solidFill>
                <a:latin typeface="Calibri"/>
                <a:ea typeface="Calibri"/>
                <a:cs typeface="Calibri"/>
                <a:sym typeface="Calibri"/>
              </a:defRPr>
            </a:lvl1pPr>
            <a:lvl2pPr lvl="1" indent="0" rtl="0">
              <a:spcBef>
                <a:spcPts val="0"/>
              </a:spcBef>
              <a:spcAft>
                <a:spcPts val="0"/>
              </a:spcAft>
              <a:buSzPts val="1400"/>
              <a:buNone/>
              <a:defRPr sz="1800"/>
            </a:lvl2pPr>
            <a:lvl3pPr lvl="2" indent="0" rtl="0">
              <a:spcBef>
                <a:spcPts val="0"/>
              </a:spcBef>
              <a:spcAft>
                <a:spcPts val="0"/>
              </a:spcAft>
              <a:buSzPts val="1400"/>
              <a:buNone/>
              <a:defRPr sz="1800"/>
            </a:lvl3pPr>
            <a:lvl4pPr lvl="3" indent="0" rtl="0">
              <a:spcBef>
                <a:spcPts val="0"/>
              </a:spcBef>
              <a:spcAft>
                <a:spcPts val="0"/>
              </a:spcAft>
              <a:buSzPts val="1400"/>
              <a:buNone/>
              <a:defRPr sz="1800"/>
            </a:lvl4pPr>
            <a:lvl5pPr lvl="4" indent="0" rtl="0">
              <a:spcBef>
                <a:spcPts val="0"/>
              </a:spcBef>
              <a:spcAft>
                <a:spcPts val="0"/>
              </a:spcAft>
              <a:buSzPts val="1400"/>
              <a:buNone/>
              <a:defRPr sz="1800"/>
            </a:lvl5pPr>
            <a:lvl6pPr lvl="5" indent="0" rtl="0">
              <a:spcBef>
                <a:spcPts val="0"/>
              </a:spcBef>
              <a:spcAft>
                <a:spcPts val="0"/>
              </a:spcAft>
              <a:buSzPts val="1400"/>
              <a:buNone/>
              <a:defRPr sz="1800"/>
            </a:lvl6pPr>
            <a:lvl7pPr lvl="6" indent="0" rtl="0">
              <a:spcBef>
                <a:spcPts val="0"/>
              </a:spcBef>
              <a:spcAft>
                <a:spcPts val="0"/>
              </a:spcAft>
              <a:buSzPts val="1400"/>
              <a:buNone/>
              <a:defRPr sz="1800"/>
            </a:lvl7pPr>
            <a:lvl8pPr lvl="7" indent="0" rtl="0">
              <a:spcBef>
                <a:spcPts val="0"/>
              </a:spcBef>
              <a:spcAft>
                <a:spcPts val="0"/>
              </a:spcAft>
              <a:buSzPts val="1400"/>
              <a:buNone/>
              <a:defRPr sz="1800"/>
            </a:lvl8pPr>
            <a:lvl9pPr lvl="8" indent="0" rtl="0">
              <a:spcBef>
                <a:spcPts val="0"/>
              </a:spcBef>
              <a:spcAft>
                <a:spcPts val="0"/>
              </a:spcAft>
              <a:buSzPts val="1400"/>
              <a:buNone/>
              <a:defRPr sz="18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8"/>
        <p:cNvGrpSpPr/>
        <p:nvPr/>
      </p:nvGrpSpPr>
      <p:grpSpPr>
        <a:xfrm>
          <a:off x="0" y="0"/>
          <a:ext cx="0" cy="0"/>
          <a:chOff x="0" y="0"/>
          <a:chExt cx="0" cy="0"/>
        </a:xfrm>
      </p:grpSpPr>
      <p:sp>
        <p:nvSpPr>
          <p:cNvPr id="139" name="Google Shape;139;p24"/>
          <p:cNvSpPr txBox="1">
            <a:spLocks noGrp="1"/>
          </p:cNvSpPr>
          <p:nvPr>
            <p:ph type="ctrTitle"/>
          </p:nvPr>
        </p:nvSpPr>
        <p:spPr>
          <a:xfrm>
            <a:off x="311708" y="744575"/>
            <a:ext cx="8520600" cy="2052600"/>
          </a:xfrm>
          <a:prstGeom prst="rect">
            <a:avLst/>
          </a:prstGeom>
        </p:spPr>
        <p:txBody>
          <a:bodyPr spcFirstLastPara="1" wrap="square" lIns="0" tIns="45700" rIns="0" bIns="45700"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40" name="Google Shape;140;p24"/>
          <p:cNvSpPr txBox="1">
            <a:spLocks noGrp="1"/>
          </p:cNvSpPr>
          <p:nvPr>
            <p:ph type="subTitle" idx="1"/>
          </p:nvPr>
        </p:nvSpPr>
        <p:spPr>
          <a:xfrm>
            <a:off x="311700" y="2834125"/>
            <a:ext cx="8520600" cy="792600"/>
          </a:xfrm>
          <a:prstGeom prst="rect">
            <a:avLst/>
          </a:prstGeom>
        </p:spPr>
        <p:txBody>
          <a:bodyPr spcFirstLastPara="1" wrap="square" lIns="0" tIns="45700" rIns="0" bIns="45700" anchor="t" anchorCtr="0">
            <a:normAutofit/>
          </a:bodyPr>
          <a:lstStyle>
            <a:lvl1pPr lvl="0" algn="ctr" rtl="0">
              <a:lnSpc>
                <a:spcPct val="100000"/>
              </a:lnSpc>
              <a:spcBef>
                <a:spcPts val="750"/>
              </a:spcBef>
              <a:spcAft>
                <a:spcPts val="0"/>
              </a:spcAft>
              <a:buSzPts val="2800"/>
              <a:buNone/>
              <a:defRPr sz="2800"/>
            </a:lvl1pPr>
            <a:lvl2pPr lvl="1" algn="ctr" rtl="0">
              <a:lnSpc>
                <a:spcPct val="100000"/>
              </a:lnSpc>
              <a:spcBef>
                <a:spcPts val="375"/>
              </a:spcBef>
              <a:spcAft>
                <a:spcPts val="0"/>
              </a:spcAft>
              <a:buSzPts val="2800"/>
              <a:buNone/>
              <a:defRPr sz="2800"/>
            </a:lvl2pPr>
            <a:lvl3pPr lvl="2" algn="ctr" rtl="0">
              <a:lnSpc>
                <a:spcPct val="100000"/>
              </a:lnSpc>
              <a:spcBef>
                <a:spcPts val="375"/>
              </a:spcBef>
              <a:spcAft>
                <a:spcPts val="0"/>
              </a:spcAft>
              <a:buSzPts val="2800"/>
              <a:buNone/>
              <a:defRPr sz="2800"/>
            </a:lvl3pPr>
            <a:lvl4pPr lvl="3" algn="ctr" rtl="0">
              <a:lnSpc>
                <a:spcPct val="100000"/>
              </a:lnSpc>
              <a:spcBef>
                <a:spcPts val="375"/>
              </a:spcBef>
              <a:spcAft>
                <a:spcPts val="0"/>
              </a:spcAft>
              <a:buSzPts val="2800"/>
              <a:buNone/>
              <a:defRPr sz="2800"/>
            </a:lvl4pPr>
            <a:lvl5pPr lvl="4" algn="ctr" rtl="0">
              <a:lnSpc>
                <a:spcPct val="100000"/>
              </a:lnSpc>
              <a:spcBef>
                <a:spcPts val="375"/>
              </a:spcBef>
              <a:spcAft>
                <a:spcPts val="0"/>
              </a:spcAft>
              <a:buSzPts val="2800"/>
              <a:buNone/>
              <a:defRPr sz="2800"/>
            </a:lvl5pPr>
            <a:lvl6pPr lvl="5" algn="ctr" rtl="0">
              <a:lnSpc>
                <a:spcPct val="100000"/>
              </a:lnSpc>
              <a:spcBef>
                <a:spcPts val="375"/>
              </a:spcBef>
              <a:spcAft>
                <a:spcPts val="0"/>
              </a:spcAft>
              <a:buSzPts val="2800"/>
              <a:buNone/>
              <a:defRPr sz="2800"/>
            </a:lvl6pPr>
            <a:lvl7pPr lvl="6" algn="ctr" rtl="0">
              <a:lnSpc>
                <a:spcPct val="100000"/>
              </a:lnSpc>
              <a:spcBef>
                <a:spcPts val="375"/>
              </a:spcBef>
              <a:spcAft>
                <a:spcPts val="0"/>
              </a:spcAft>
              <a:buSzPts val="2800"/>
              <a:buNone/>
              <a:defRPr sz="2800"/>
            </a:lvl7pPr>
            <a:lvl8pPr lvl="7" algn="ctr" rtl="0">
              <a:lnSpc>
                <a:spcPct val="100000"/>
              </a:lnSpc>
              <a:spcBef>
                <a:spcPts val="375"/>
              </a:spcBef>
              <a:spcAft>
                <a:spcPts val="0"/>
              </a:spcAft>
              <a:buSzPts val="2800"/>
              <a:buNone/>
              <a:defRPr sz="2800"/>
            </a:lvl8pPr>
            <a:lvl9pPr lvl="8" algn="ctr" rtl="0">
              <a:lnSpc>
                <a:spcPct val="100000"/>
              </a:lnSpc>
              <a:spcBef>
                <a:spcPts val="375"/>
              </a:spcBef>
              <a:spcAft>
                <a:spcPts val="0"/>
              </a:spcAft>
              <a:buSzPts val="2800"/>
              <a:buNone/>
              <a:defRPr sz="2800"/>
            </a:lvl9pPr>
          </a:lstStyle>
          <a:p>
            <a:endParaRPr/>
          </a:p>
        </p:txBody>
      </p:sp>
      <p:sp>
        <p:nvSpPr>
          <p:cNvPr id="141" name="Google Shape;141;p24"/>
          <p:cNvSpPr txBox="1">
            <a:spLocks noGrp="1"/>
          </p:cNvSpPr>
          <p:nvPr>
            <p:ph type="sldNum" idx="12"/>
          </p:nvPr>
        </p:nvSpPr>
        <p:spPr>
          <a:xfrm>
            <a:off x="8472458" y="4663217"/>
            <a:ext cx="548700" cy="393600"/>
          </a:xfrm>
          <a:prstGeom prst="rect">
            <a:avLst/>
          </a:prstGeom>
        </p:spPr>
        <p:txBody>
          <a:bodyPr spcFirstLastPara="1" wrap="square" lIns="91425" tIns="45700" rIns="91425" bIns="457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2"/>
        <p:cNvGrpSpPr/>
        <p:nvPr/>
      </p:nvGrpSpPr>
      <p:grpSpPr>
        <a:xfrm>
          <a:off x="0" y="0"/>
          <a:ext cx="0" cy="0"/>
          <a:chOff x="0" y="0"/>
          <a:chExt cx="0" cy="0"/>
        </a:xfrm>
      </p:grpSpPr>
      <p:sp>
        <p:nvSpPr>
          <p:cNvPr id="143" name="Google Shape;143;p25"/>
          <p:cNvSpPr txBox="1">
            <a:spLocks noGrp="1"/>
          </p:cNvSpPr>
          <p:nvPr>
            <p:ph type="title"/>
          </p:nvPr>
        </p:nvSpPr>
        <p:spPr>
          <a:xfrm>
            <a:off x="311700" y="445025"/>
            <a:ext cx="8520600" cy="572700"/>
          </a:xfrm>
          <a:prstGeom prst="rect">
            <a:avLst/>
          </a:prstGeom>
        </p:spPr>
        <p:txBody>
          <a:bodyPr spcFirstLastPara="1" wrap="square" lIns="0" tIns="45700" rIns="0" bIns="45700" anchor="ctr" anchorCtr="0">
            <a:normAutofit/>
          </a:bodyPr>
          <a:lstStyle>
            <a:lvl1pPr lvl="0" rtl="0">
              <a:spcBef>
                <a:spcPts val="0"/>
              </a:spcBef>
              <a:spcAft>
                <a:spcPts val="0"/>
              </a:spcAft>
              <a:buSzPts val="32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4" name="Google Shape;144;p25"/>
          <p:cNvSpPr txBox="1">
            <a:spLocks noGrp="1"/>
          </p:cNvSpPr>
          <p:nvPr>
            <p:ph type="body" idx="1"/>
          </p:nvPr>
        </p:nvSpPr>
        <p:spPr>
          <a:xfrm>
            <a:off x="311700" y="1152475"/>
            <a:ext cx="8520600" cy="3416400"/>
          </a:xfrm>
          <a:prstGeom prst="rect">
            <a:avLst/>
          </a:prstGeom>
        </p:spPr>
        <p:txBody>
          <a:bodyPr spcFirstLastPara="1" wrap="square" lIns="0" tIns="45700" rIns="0" bIns="45700" anchor="t" anchorCtr="0">
            <a:normAutofit/>
          </a:bodyPr>
          <a:lstStyle>
            <a:lvl1pPr marL="457200" lvl="0" indent="-374650" rtl="0">
              <a:spcBef>
                <a:spcPts val="750"/>
              </a:spcBef>
              <a:spcAft>
                <a:spcPts val="0"/>
              </a:spcAft>
              <a:buSzPts val="2300"/>
              <a:buChar char="•"/>
              <a:defRPr/>
            </a:lvl1pPr>
            <a:lvl2pPr marL="914400" lvl="1" indent="-342900" rtl="0">
              <a:spcBef>
                <a:spcPts val="375"/>
              </a:spcBef>
              <a:spcAft>
                <a:spcPts val="0"/>
              </a:spcAft>
              <a:buSzPts val="1800"/>
              <a:buChar char="•"/>
              <a:defRPr/>
            </a:lvl2pPr>
            <a:lvl3pPr marL="1371600" lvl="2" indent="-342900" rtl="0">
              <a:spcBef>
                <a:spcPts val="375"/>
              </a:spcBef>
              <a:spcAft>
                <a:spcPts val="0"/>
              </a:spcAft>
              <a:buSzPts val="1800"/>
              <a:buChar char="•"/>
              <a:defRPr/>
            </a:lvl3pPr>
            <a:lvl4pPr marL="1828800" lvl="3" indent="-342900" rtl="0">
              <a:spcBef>
                <a:spcPts val="375"/>
              </a:spcBef>
              <a:spcAft>
                <a:spcPts val="0"/>
              </a:spcAft>
              <a:buSzPts val="1800"/>
              <a:buChar char="•"/>
              <a:defRPr/>
            </a:lvl4pPr>
            <a:lvl5pPr marL="2286000" lvl="4" indent="-342900" rtl="0">
              <a:spcBef>
                <a:spcPts val="375"/>
              </a:spcBef>
              <a:spcAft>
                <a:spcPts val="0"/>
              </a:spcAft>
              <a:buSzPts val="1800"/>
              <a:buChar char="•"/>
              <a:defRPr/>
            </a:lvl5pPr>
            <a:lvl6pPr marL="2743200" lvl="5" indent="-314325" rtl="0">
              <a:spcBef>
                <a:spcPts val="375"/>
              </a:spcBef>
              <a:spcAft>
                <a:spcPts val="0"/>
              </a:spcAft>
              <a:buSzPts val="1350"/>
              <a:buChar char="•"/>
              <a:defRPr/>
            </a:lvl6pPr>
            <a:lvl7pPr marL="3200400" lvl="6" indent="-314325" rtl="0">
              <a:spcBef>
                <a:spcPts val="375"/>
              </a:spcBef>
              <a:spcAft>
                <a:spcPts val="0"/>
              </a:spcAft>
              <a:buSzPts val="1350"/>
              <a:buChar char="•"/>
              <a:defRPr/>
            </a:lvl7pPr>
            <a:lvl8pPr marL="3657600" lvl="7" indent="-314325" rtl="0">
              <a:spcBef>
                <a:spcPts val="375"/>
              </a:spcBef>
              <a:spcAft>
                <a:spcPts val="0"/>
              </a:spcAft>
              <a:buSzPts val="1350"/>
              <a:buChar char="•"/>
              <a:defRPr/>
            </a:lvl8pPr>
            <a:lvl9pPr marL="4114800" lvl="8" indent="-314325" rtl="0">
              <a:spcBef>
                <a:spcPts val="375"/>
              </a:spcBef>
              <a:spcAft>
                <a:spcPts val="0"/>
              </a:spcAft>
              <a:buSzPts val="1350"/>
              <a:buChar char="•"/>
              <a:defRPr/>
            </a:lvl9pPr>
          </a:lstStyle>
          <a:p>
            <a:endParaRPr/>
          </a:p>
        </p:txBody>
      </p:sp>
      <p:sp>
        <p:nvSpPr>
          <p:cNvPr id="145" name="Google Shape;145;p25"/>
          <p:cNvSpPr txBox="1">
            <a:spLocks noGrp="1"/>
          </p:cNvSpPr>
          <p:nvPr>
            <p:ph type="sldNum" idx="12"/>
          </p:nvPr>
        </p:nvSpPr>
        <p:spPr>
          <a:xfrm>
            <a:off x="8472458" y="4663217"/>
            <a:ext cx="548700" cy="393600"/>
          </a:xfrm>
          <a:prstGeom prst="rect">
            <a:avLst/>
          </a:prstGeom>
        </p:spPr>
        <p:txBody>
          <a:bodyPr spcFirstLastPara="1" wrap="square" lIns="91425" tIns="45700" rIns="91425" bIns="457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 no footer">
  <p:cSld name="TITLE_AND_BODY_1_1_1">
    <p:spTree>
      <p:nvGrpSpPr>
        <p:cNvPr id="1" name="Shape 146"/>
        <p:cNvGrpSpPr/>
        <p:nvPr/>
      </p:nvGrpSpPr>
      <p:grpSpPr>
        <a:xfrm>
          <a:off x="0" y="0"/>
          <a:ext cx="0" cy="0"/>
          <a:chOff x="0" y="0"/>
          <a:chExt cx="0" cy="0"/>
        </a:xfrm>
      </p:grpSpPr>
      <p:sp>
        <p:nvSpPr>
          <p:cNvPr id="147" name="Google Shape;147;p26"/>
          <p:cNvSpPr txBox="1">
            <a:spLocks noGrp="1"/>
          </p:cNvSpPr>
          <p:nvPr>
            <p:ph type="sldNum" idx="12"/>
          </p:nvPr>
        </p:nvSpPr>
        <p:spPr>
          <a:xfrm>
            <a:off x="8458624" y="4628633"/>
            <a:ext cx="548700" cy="393600"/>
          </a:xfrm>
          <a:prstGeom prst="rect">
            <a:avLst/>
          </a:prstGeom>
        </p:spPr>
        <p:txBody>
          <a:bodyPr spcFirstLastPara="1" wrap="square" lIns="91425" tIns="45700" rIns="91425" bIns="45700" anchor="ctr" anchorCtr="0">
            <a:noAutofit/>
          </a:bodyPr>
          <a:lstStyle>
            <a:lvl1pPr lvl="0" rtl="0">
              <a:buNone/>
              <a:defRPr sz="1200">
                <a:solidFill>
                  <a:srgbClr val="000000"/>
                </a:solidFill>
                <a:latin typeface="Source Sans Pro"/>
                <a:ea typeface="Source Sans Pro"/>
                <a:cs typeface="Source Sans Pro"/>
                <a:sym typeface="Source Sans Pro"/>
              </a:defRPr>
            </a:lvl1pPr>
            <a:lvl2pPr lvl="1" rtl="0">
              <a:buNone/>
              <a:defRPr sz="1200">
                <a:solidFill>
                  <a:srgbClr val="000000"/>
                </a:solidFill>
                <a:latin typeface="Source Sans Pro"/>
                <a:ea typeface="Source Sans Pro"/>
                <a:cs typeface="Source Sans Pro"/>
                <a:sym typeface="Source Sans Pro"/>
              </a:defRPr>
            </a:lvl2pPr>
            <a:lvl3pPr lvl="2" rtl="0">
              <a:buNone/>
              <a:defRPr sz="1200">
                <a:solidFill>
                  <a:srgbClr val="000000"/>
                </a:solidFill>
                <a:latin typeface="Source Sans Pro"/>
                <a:ea typeface="Source Sans Pro"/>
                <a:cs typeface="Source Sans Pro"/>
                <a:sym typeface="Source Sans Pro"/>
              </a:defRPr>
            </a:lvl3pPr>
            <a:lvl4pPr lvl="3" rtl="0">
              <a:buNone/>
              <a:defRPr sz="1200">
                <a:solidFill>
                  <a:srgbClr val="000000"/>
                </a:solidFill>
                <a:latin typeface="Source Sans Pro"/>
                <a:ea typeface="Source Sans Pro"/>
                <a:cs typeface="Source Sans Pro"/>
                <a:sym typeface="Source Sans Pro"/>
              </a:defRPr>
            </a:lvl4pPr>
            <a:lvl5pPr lvl="4" rtl="0">
              <a:buNone/>
              <a:defRPr sz="1200">
                <a:solidFill>
                  <a:srgbClr val="000000"/>
                </a:solidFill>
                <a:latin typeface="Source Sans Pro"/>
                <a:ea typeface="Source Sans Pro"/>
                <a:cs typeface="Source Sans Pro"/>
                <a:sym typeface="Source Sans Pro"/>
              </a:defRPr>
            </a:lvl5pPr>
            <a:lvl6pPr lvl="5" rtl="0">
              <a:buNone/>
              <a:defRPr sz="1200">
                <a:solidFill>
                  <a:srgbClr val="000000"/>
                </a:solidFill>
                <a:latin typeface="Source Sans Pro"/>
                <a:ea typeface="Source Sans Pro"/>
                <a:cs typeface="Source Sans Pro"/>
                <a:sym typeface="Source Sans Pro"/>
              </a:defRPr>
            </a:lvl6pPr>
            <a:lvl7pPr lvl="6" rtl="0">
              <a:buNone/>
              <a:defRPr sz="1200">
                <a:solidFill>
                  <a:srgbClr val="000000"/>
                </a:solidFill>
                <a:latin typeface="Source Sans Pro"/>
                <a:ea typeface="Source Sans Pro"/>
                <a:cs typeface="Source Sans Pro"/>
                <a:sym typeface="Source Sans Pro"/>
              </a:defRPr>
            </a:lvl7pPr>
            <a:lvl8pPr lvl="7" rtl="0">
              <a:buNone/>
              <a:defRPr sz="1200">
                <a:solidFill>
                  <a:srgbClr val="000000"/>
                </a:solidFill>
                <a:latin typeface="Source Sans Pro"/>
                <a:ea typeface="Source Sans Pro"/>
                <a:cs typeface="Source Sans Pro"/>
                <a:sym typeface="Source Sans Pro"/>
              </a:defRPr>
            </a:lvl8pPr>
            <a:lvl9pPr lvl="8" rtl="0">
              <a:buNone/>
              <a:defRPr sz="1200">
                <a:solidFill>
                  <a:srgbClr val="000000"/>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2"/>
        <p:cNvGrpSpPr/>
        <p:nvPr/>
      </p:nvGrpSpPr>
      <p:grpSpPr>
        <a:xfrm>
          <a:off x="0" y="0"/>
          <a:ext cx="0" cy="0"/>
          <a:chOff x="0" y="0"/>
          <a:chExt cx="0" cy="0"/>
        </a:xfrm>
      </p:grpSpPr>
      <p:sp>
        <p:nvSpPr>
          <p:cNvPr id="153" name="Google Shape;153;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54" name="Google Shape;154;p2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55" name="Google Shape;155;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8" name="Google Shape;158;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9"/>
        <p:cNvGrpSpPr/>
        <p:nvPr/>
      </p:nvGrpSpPr>
      <p:grpSpPr>
        <a:xfrm>
          <a:off x="0" y="0"/>
          <a:ext cx="0" cy="0"/>
          <a:chOff x="0" y="0"/>
          <a:chExt cx="0" cy="0"/>
        </a:xfrm>
      </p:grpSpPr>
      <p:sp>
        <p:nvSpPr>
          <p:cNvPr id="160" name="Google Shape;160;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1" name="Google Shape;161;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62" name="Google Shape;162;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3"/>
        <p:cNvGrpSpPr/>
        <p:nvPr/>
      </p:nvGrpSpPr>
      <p:grpSpPr>
        <a:xfrm>
          <a:off x="0" y="0"/>
          <a:ext cx="0" cy="0"/>
          <a:chOff x="0" y="0"/>
          <a:chExt cx="0" cy="0"/>
        </a:xfrm>
      </p:grpSpPr>
      <p:sp>
        <p:nvSpPr>
          <p:cNvPr id="164" name="Google Shape;164;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5" name="Google Shape;165;p31"/>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66" name="Google Shape;166;p31"/>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67" name="Google Shape;167;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8"/>
        <p:cNvGrpSpPr/>
        <p:nvPr/>
      </p:nvGrpSpPr>
      <p:grpSpPr>
        <a:xfrm>
          <a:off x="0" y="0"/>
          <a:ext cx="0" cy="0"/>
          <a:chOff x="0" y="0"/>
          <a:chExt cx="0" cy="0"/>
        </a:xfrm>
      </p:grpSpPr>
      <p:sp>
        <p:nvSpPr>
          <p:cNvPr id="169" name="Google Shape;169;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70" name="Google Shape;170;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71"/>
        <p:cNvGrpSpPr/>
        <p:nvPr/>
      </p:nvGrpSpPr>
      <p:grpSpPr>
        <a:xfrm>
          <a:off x="0" y="0"/>
          <a:ext cx="0" cy="0"/>
          <a:chOff x="0" y="0"/>
          <a:chExt cx="0" cy="0"/>
        </a:xfrm>
      </p:grpSpPr>
      <p:sp>
        <p:nvSpPr>
          <p:cNvPr id="172" name="Google Shape;172;p33"/>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73" name="Google Shape;173;p33"/>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74" name="Google Shape;17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75"/>
        <p:cNvGrpSpPr/>
        <p:nvPr/>
      </p:nvGrpSpPr>
      <p:grpSpPr>
        <a:xfrm>
          <a:off x="0" y="0"/>
          <a:ext cx="0" cy="0"/>
          <a:chOff x="0" y="0"/>
          <a:chExt cx="0" cy="0"/>
        </a:xfrm>
      </p:grpSpPr>
      <p:sp>
        <p:nvSpPr>
          <p:cNvPr id="176" name="Google Shape;176;p3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77" name="Google Shape;177;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78"/>
        <p:cNvGrpSpPr/>
        <p:nvPr/>
      </p:nvGrpSpPr>
      <p:grpSpPr>
        <a:xfrm>
          <a:off x="0" y="0"/>
          <a:ext cx="0" cy="0"/>
          <a:chOff x="0" y="0"/>
          <a:chExt cx="0" cy="0"/>
        </a:xfrm>
      </p:grpSpPr>
      <p:sp>
        <p:nvSpPr>
          <p:cNvPr id="179" name="Google Shape;179;p3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5"/>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81" name="Google Shape;181;p35"/>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82" name="Google Shape;182;p3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83" name="Google Shape;183;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4"/>
        <p:cNvGrpSpPr/>
        <p:nvPr/>
      </p:nvGrpSpPr>
      <p:grpSpPr>
        <a:xfrm>
          <a:off x="0" y="0"/>
          <a:ext cx="0" cy="0"/>
          <a:chOff x="0" y="0"/>
          <a:chExt cx="0" cy="0"/>
        </a:xfrm>
      </p:grpSpPr>
      <p:sp>
        <p:nvSpPr>
          <p:cNvPr id="185" name="Google Shape;185;p36"/>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186" name="Google Shape;186;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87"/>
        <p:cNvGrpSpPr/>
        <p:nvPr/>
      </p:nvGrpSpPr>
      <p:grpSpPr>
        <a:xfrm>
          <a:off x="0" y="0"/>
          <a:ext cx="0" cy="0"/>
          <a:chOff x="0" y="0"/>
          <a:chExt cx="0" cy="0"/>
        </a:xfrm>
      </p:grpSpPr>
      <p:sp>
        <p:nvSpPr>
          <p:cNvPr id="188" name="Google Shape;188;p37"/>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89" name="Google Shape;189;p37"/>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90" name="Google Shape;190;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1"/>
        <p:cNvGrpSpPr/>
        <p:nvPr/>
      </p:nvGrpSpPr>
      <p:grpSpPr>
        <a:xfrm>
          <a:off x="0" y="0"/>
          <a:ext cx="0" cy="0"/>
          <a:chOff x="0" y="0"/>
          <a:chExt cx="0" cy="0"/>
        </a:xfrm>
      </p:grpSpPr>
      <p:sp>
        <p:nvSpPr>
          <p:cNvPr id="192" name="Google Shape;19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5_Title and Content">
  <p:cSld name="5_Title and Content">
    <p:spTree>
      <p:nvGrpSpPr>
        <p:cNvPr id="1" name="Shape 193"/>
        <p:cNvGrpSpPr/>
        <p:nvPr/>
      </p:nvGrpSpPr>
      <p:grpSpPr>
        <a:xfrm>
          <a:off x="0" y="0"/>
          <a:ext cx="0" cy="0"/>
          <a:chOff x="0" y="0"/>
          <a:chExt cx="0" cy="0"/>
        </a:xfrm>
      </p:grpSpPr>
      <p:sp>
        <p:nvSpPr>
          <p:cNvPr id="194" name="Google Shape;194;p39"/>
          <p:cNvSpPr txBox="1">
            <a:spLocks noGrp="1"/>
          </p:cNvSpPr>
          <p:nvPr>
            <p:ph type="title"/>
          </p:nvPr>
        </p:nvSpPr>
        <p:spPr>
          <a:xfrm>
            <a:off x="948776" y="359542"/>
            <a:ext cx="7707900" cy="488100"/>
          </a:xfrm>
          <a:prstGeom prst="rect">
            <a:avLst/>
          </a:prstGeom>
          <a:noFill/>
          <a:ln>
            <a:noFill/>
          </a:ln>
        </p:spPr>
        <p:txBody>
          <a:bodyPr spcFirstLastPara="1" wrap="square" lIns="91425" tIns="91425" rIns="91425" bIns="91425" anchor="b" anchorCtr="0">
            <a:noAutofit/>
          </a:bodyPr>
          <a:lstStyle>
            <a:lvl1pPr marR="0" lvl="0" algn="l" rtl="0">
              <a:lnSpc>
                <a:spcPct val="85000"/>
              </a:lnSpc>
              <a:spcBef>
                <a:spcPts val="0"/>
              </a:spcBef>
              <a:spcAft>
                <a:spcPts val="0"/>
              </a:spcAft>
              <a:buClr>
                <a:schemeClr val="dk2"/>
              </a:buClr>
              <a:buSzPts val="1400"/>
              <a:buFont typeface="Arial"/>
              <a:buNone/>
              <a:defRPr sz="2400" b="0" i="0" u="none" strike="noStrike" cap="none">
                <a:solidFill>
                  <a:schemeClr val="dk2"/>
                </a:solidFill>
                <a:latin typeface="Arial"/>
                <a:ea typeface="Arial"/>
                <a:cs typeface="Arial"/>
                <a:sym typeface="Arial"/>
              </a:defRPr>
            </a:lvl1pPr>
            <a:lvl2pPr marR="0" lvl="1" algn="l" rtl="0">
              <a:lnSpc>
                <a:spcPct val="85000"/>
              </a:lnSpc>
              <a:spcBef>
                <a:spcPts val="0"/>
              </a:spcBef>
              <a:spcAft>
                <a:spcPts val="0"/>
              </a:spcAft>
              <a:buClr>
                <a:schemeClr val="lt2"/>
              </a:buClr>
              <a:buSzPts val="1400"/>
              <a:buFont typeface="Arial"/>
              <a:buNone/>
              <a:defRPr sz="2400" b="0" i="0" u="none" strike="noStrike" cap="none">
                <a:solidFill>
                  <a:schemeClr val="lt2"/>
                </a:solidFill>
                <a:latin typeface="Arial"/>
                <a:ea typeface="Arial"/>
                <a:cs typeface="Arial"/>
                <a:sym typeface="Arial"/>
              </a:defRPr>
            </a:lvl2pPr>
            <a:lvl3pPr marR="0" lvl="2" algn="l" rtl="0">
              <a:lnSpc>
                <a:spcPct val="85000"/>
              </a:lnSpc>
              <a:spcBef>
                <a:spcPts val="0"/>
              </a:spcBef>
              <a:spcAft>
                <a:spcPts val="0"/>
              </a:spcAft>
              <a:buClr>
                <a:schemeClr val="lt2"/>
              </a:buClr>
              <a:buSzPts val="1400"/>
              <a:buFont typeface="Arial"/>
              <a:buNone/>
              <a:defRPr sz="2400" b="0" i="0" u="none" strike="noStrike" cap="none">
                <a:solidFill>
                  <a:schemeClr val="lt2"/>
                </a:solidFill>
                <a:latin typeface="Arial"/>
                <a:ea typeface="Arial"/>
                <a:cs typeface="Arial"/>
                <a:sym typeface="Arial"/>
              </a:defRPr>
            </a:lvl3pPr>
            <a:lvl4pPr marR="0" lvl="3" algn="l" rtl="0">
              <a:lnSpc>
                <a:spcPct val="85000"/>
              </a:lnSpc>
              <a:spcBef>
                <a:spcPts val="0"/>
              </a:spcBef>
              <a:spcAft>
                <a:spcPts val="0"/>
              </a:spcAft>
              <a:buClr>
                <a:schemeClr val="lt2"/>
              </a:buClr>
              <a:buSzPts val="1400"/>
              <a:buFont typeface="Arial"/>
              <a:buNone/>
              <a:defRPr sz="2400" b="0" i="0" u="none" strike="noStrike" cap="none">
                <a:solidFill>
                  <a:schemeClr val="lt2"/>
                </a:solidFill>
                <a:latin typeface="Arial"/>
                <a:ea typeface="Arial"/>
                <a:cs typeface="Arial"/>
                <a:sym typeface="Arial"/>
              </a:defRPr>
            </a:lvl4pPr>
            <a:lvl5pPr marR="0" lvl="4" algn="l" rtl="0">
              <a:lnSpc>
                <a:spcPct val="85000"/>
              </a:lnSpc>
              <a:spcBef>
                <a:spcPts val="0"/>
              </a:spcBef>
              <a:spcAft>
                <a:spcPts val="0"/>
              </a:spcAft>
              <a:buClr>
                <a:schemeClr val="lt2"/>
              </a:buClr>
              <a:buSzPts val="1400"/>
              <a:buFont typeface="Arial"/>
              <a:buNone/>
              <a:defRPr sz="2400" b="0" i="0" u="none" strike="noStrike" cap="none">
                <a:solidFill>
                  <a:schemeClr val="lt2"/>
                </a:solidFill>
                <a:latin typeface="Arial"/>
                <a:ea typeface="Arial"/>
                <a:cs typeface="Arial"/>
                <a:sym typeface="Arial"/>
              </a:defRPr>
            </a:lvl5pPr>
            <a:lvl6pPr marR="0" lvl="5" algn="l" rtl="0">
              <a:lnSpc>
                <a:spcPct val="85000"/>
              </a:lnSpc>
              <a:spcBef>
                <a:spcPts val="0"/>
              </a:spcBef>
              <a:spcAft>
                <a:spcPts val="0"/>
              </a:spcAft>
              <a:buClr>
                <a:schemeClr val="lt2"/>
              </a:buClr>
              <a:buSzPts val="1400"/>
              <a:buFont typeface="Source Sans Pro"/>
              <a:buNone/>
              <a:defRPr sz="2400" b="0" i="0" u="none" strike="noStrike" cap="none">
                <a:solidFill>
                  <a:schemeClr val="lt2"/>
                </a:solidFill>
                <a:latin typeface="Source Sans Pro"/>
                <a:ea typeface="Source Sans Pro"/>
                <a:cs typeface="Source Sans Pro"/>
                <a:sym typeface="Source Sans Pro"/>
              </a:defRPr>
            </a:lvl6pPr>
            <a:lvl7pPr marR="0" lvl="6" algn="l" rtl="0">
              <a:lnSpc>
                <a:spcPct val="85000"/>
              </a:lnSpc>
              <a:spcBef>
                <a:spcPts val="0"/>
              </a:spcBef>
              <a:spcAft>
                <a:spcPts val="0"/>
              </a:spcAft>
              <a:buClr>
                <a:schemeClr val="lt2"/>
              </a:buClr>
              <a:buSzPts val="1400"/>
              <a:buFont typeface="Source Sans Pro"/>
              <a:buNone/>
              <a:defRPr sz="2400" b="0" i="0" u="none" strike="noStrike" cap="none">
                <a:solidFill>
                  <a:schemeClr val="lt2"/>
                </a:solidFill>
                <a:latin typeface="Source Sans Pro"/>
                <a:ea typeface="Source Sans Pro"/>
                <a:cs typeface="Source Sans Pro"/>
                <a:sym typeface="Source Sans Pro"/>
              </a:defRPr>
            </a:lvl7pPr>
            <a:lvl8pPr marR="0" lvl="7" algn="l" rtl="0">
              <a:lnSpc>
                <a:spcPct val="85000"/>
              </a:lnSpc>
              <a:spcBef>
                <a:spcPts val="0"/>
              </a:spcBef>
              <a:spcAft>
                <a:spcPts val="0"/>
              </a:spcAft>
              <a:buClr>
                <a:schemeClr val="lt2"/>
              </a:buClr>
              <a:buSzPts val="1400"/>
              <a:buFont typeface="Source Sans Pro"/>
              <a:buNone/>
              <a:defRPr sz="2400" b="0" i="0" u="none" strike="noStrike" cap="none">
                <a:solidFill>
                  <a:schemeClr val="lt2"/>
                </a:solidFill>
                <a:latin typeface="Source Sans Pro"/>
                <a:ea typeface="Source Sans Pro"/>
                <a:cs typeface="Source Sans Pro"/>
                <a:sym typeface="Source Sans Pro"/>
              </a:defRPr>
            </a:lvl8pPr>
            <a:lvl9pPr marR="0" lvl="8" algn="l" rtl="0">
              <a:lnSpc>
                <a:spcPct val="85000"/>
              </a:lnSpc>
              <a:spcBef>
                <a:spcPts val="0"/>
              </a:spcBef>
              <a:spcAft>
                <a:spcPts val="0"/>
              </a:spcAft>
              <a:buClr>
                <a:schemeClr val="lt2"/>
              </a:buClr>
              <a:buSzPts val="1400"/>
              <a:buFont typeface="Source Sans Pro"/>
              <a:buNone/>
              <a:defRPr sz="2400" b="0" i="0" u="none" strike="noStrike" cap="none">
                <a:solidFill>
                  <a:schemeClr val="lt2"/>
                </a:solidFill>
                <a:latin typeface="Source Sans Pro"/>
                <a:ea typeface="Source Sans Pro"/>
                <a:cs typeface="Source Sans Pro"/>
                <a:sym typeface="Source Sans Pro"/>
              </a:defRPr>
            </a:lvl9pPr>
          </a:lstStyle>
          <a:p>
            <a:endParaRPr/>
          </a:p>
        </p:txBody>
      </p:sp>
      <p:sp>
        <p:nvSpPr>
          <p:cNvPr id="195" name="Google Shape;195;p39"/>
          <p:cNvSpPr txBox="1">
            <a:spLocks noGrp="1"/>
          </p:cNvSpPr>
          <p:nvPr>
            <p:ph type="body" idx="1"/>
          </p:nvPr>
        </p:nvSpPr>
        <p:spPr>
          <a:xfrm>
            <a:off x="955679" y="908685"/>
            <a:ext cx="7701000" cy="37590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36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100000"/>
              </a:lnSpc>
              <a:spcBef>
                <a:spcPts val="360"/>
              </a:spcBef>
              <a:spcAft>
                <a:spcPts val="0"/>
              </a:spcAft>
              <a:buClr>
                <a:schemeClr val="lt2"/>
              </a:buClr>
              <a:buSzPts val="1800"/>
              <a:buFont typeface="Noto Sans Symbols"/>
              <a:buChar char="▪"/>
              <a:defRPr sz="1800" b="0" i="0" u="none" strike="noStrike" cap="none">
                <a:solidFill>
                  <a:srgbClr val="595959"/>
                </a:solidFill>
                <a:latin typeface="Arial"/>
                <a:ea typeface="Arial"/>
                <a:cs typeface="Arial"/>
                <a:sym typeface="Arial"/>
              </a:defRPr>
            </a:lvl2pPr>
            <a:lvl3pPr marL="1371600" marR="0" lvl="2" indent="-345186" algn="l" rtl="0">
              <a:lnSpc>
                <a:spcPct val="100000"/>
              </a:lnSpc>
              <a:spcBef>
                <a:spcPts val="360"/>
              </a:spcBef>
              <a:spcAft>
                <a:spcPts val="0"/>
              </a:spcAft>
              <a:buClr>
                <a:schemeClr val="lt2"/>
              </a:buClr>
              <a:buSzPts val="1836"/>
              <a:buFont typeface="Source Sans Pro"/>
              <a:buChar char="›"/>
              <a:defRPr sz="1800" b="0" i="0" u="none" strike="noStrike" cap="none">
                <a:solidFill>
                  <a:srgbClr val="595959"/>
                </a:solidFill>
                <a:latin typeface="Arial"/>
                <a:ea typeface="Arial"/>
                <a:cs typeface="Arial"/>
                <a:sym typeface="Arial"/>
              </a:defRPr>
            </a:lvl3pPr>
            <a:lvl4pPr marL="1828800" marR="0" lvl="3" indent="-342900" algn="l" rtl="0">
              <a:lnSpc>
                <a:spcPct val="100000"/>
              </a:lnSpc>
              <a:spcBef>
                <a:spcPts val="360"/>
              </a:spcBef>
              <a:spcAft>
                <a:spcPts val="0"/>
              </a:spcAft>
              <a:buClr>
                <a:schemeClr val="lt2"/>
              </a:buClr>
              <a:buSzPts val="1800"/>
              <a:buFont typeface="Arial"/>
              <a:buChar char="•"/>
              <a:defRPr sz="1800" b="0" i="0" u="none" strike="noStrike" cap="none">
                <a:solidFill>
                  <a:srgbClr val="595959"/>
                </a:solidFill>
                <a:latin typeface="Arial"/>
                <a:ea typeface="Arial"/>
                <a:cs typeface="Arial"/>
                <a:sym typeface="Arial"/>
              </a:defRPr>
            </a:lvl4pPr>
            <a:lvl5pPr marL="2286000" marR="0" lvl="4" indent="-342900" algn="l" rtl="0">
              <a:lnSpc>
                <a:spcPct val="100000"/>
              </a:lnSpc>
              <a:spcBef>
                <a:spcPts val="360"/>
              </a:spcBef>
              <a:spcAft>
                <a:spcPts val="0"/>
              </a:spcAft>
              <a:buClr>
                <a:schemeClr val="lt2"/>
              </a:buClr>
              <a:buSzPts val="1800"/>
              <a:buFont typeface="Source Sans Pro"/>
              <a:buChar char="–"/>
              <a:defRPr sz="18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96"/>
        <p:cNvGrpSpPr/>
        <p:nvPr/>
      </p:nvGrpSpPr>
      <p:grpSpPr>
        <a:xfrm>
          <a:off x="0" y="0"/>
          <a:ext cx="0" cy="0"/>
          <a:chOff x="0" y="0"/>
          <a:chExt cx="0" cy="0"/>
        </a:xfrm>
      </p:grpSpPr>
      <p:sp>
        <p:nvSpPr>
          <p:cNvPr id="197" name="Google Shape;197;p40"/>
          <p:cNvSpPr txBox="1">
            <a:spLocks noGrp="1"/>
          </p:cNvSpPr>
          <p:nvPr>
            <p:ph type="title"/>
          </p:nvPr>
        </p:nvSpPr>
        <p:spPr>
          <a:xfrm>
            <a:off x="948776" y="359542"/>
            <a:ext cx="7707900" cy="488100"/>
          </a:xfrm>
          <a:prstGeom prst="rect">
            <a:avLst/>
          </a:prstGeom>
          <a:noFill/>
          <a:ln>
            <a:noFill/>
          </a:ln>
        </p:spPr>
        <p:txBody>
          <a:bodyPr spcFirstLastPara="1" wrap="square" lIns="91425" tIns="91425" rIns="91425" bIns="91425" anchor="b" anchorCtr="0">
            <a:noAutofit/>
          </a:bodyPr>
          <a:lstStyle>
            <a:lvl1pPr marR="0" lvl="0" algn="l" rtl="0">
              <a:lnSpc>
                <a:spcPct val="85000"/>
              </a:lnSpc>
              <a:spcBef>
                <a:spcPts val="0"/>
              </a:spcBef>
              <a:spcAft>
                <a:spcPts val="0"/>
              </a:spcAft>
              <a:buClr>
                <a:schemeClr val="lt2"/>
              </a:buClr>
              <a:buSzPts val="1400"/>
              <a:buFont typeface="Arial"/>
              <a:buNone/>
              <a:defRPr sz="2400" b="0" i="0" u="none" strike="noStrike" cap="none">
                <a:solidFill>
                  <a:schemeClr val="lt2"/>
                </a:solidFill>
                <a:latin typeface="Arial"/>
                <a:ea typeface="Arial"/>
                <a:cs typeface="Arial"/>
                <a:sym typeface="Arial"/>
              </a:defRPr>
            </a:lvl1pPr>
            <a:lvl2pPr marR="0" lvl="1" algn="l" rtl="0">
              <a:lnSpc>
                <a:spcPct val="85000"/>
              </a:lnSpc>
              <a:spcBef>
                <a:spcPts val="0"/>
              </a:spcBef>
              <a:spcAft>
                <a:spcPts val="0"/>
              </a:spcAft>
              <a:buClr>
                <a:schemeClr val="lt2"/>
              </a:buClr>
              <a:buSzPts val="1400"/>
              <a:buFont typeface="Arial"/>
              <a:buNone/>
              <a:defRPr sz="2400" b="0" i="0" u="none" strike="noStrike" cap="none">
                <a:solidFill>
                  <a:schemeClr val="lt2"/>
                </a:solidFill>
                <a:latin typeface="Arial"/>
                <a:ea typeface="Arial"/>
                <a:cs typeface="Arial"/>
                <a:sym typeface="Arial"/>
              </a:defRPr>
            </a:lvl2pPr>
            <a:lvl3pPr marR="0" lvl="2" algn="l" rtl="0">
              <a:lnSpc>
                <a:spcPct val="85000"/>
              </a:lnSpc>
              <a:spcBef>
                <a:spcPts val="0"/>
              </a:spcBef>
              <a:spcAft>
                <a:spcPts val="0"/>
              </a:spcAft>
              <a:buClr>
                <a:schemeClr val="lt2"/>
              </a:buClr>
              <a:buSzPts val="1400"/>
              <a:buFont typeface="Arial"/>
              <a:buNone/>
              <a:defRPr sz="2400" b="0" i="0" u="none" strike="noStrike" cap="none">
                <a:solidFill>
                  <a:schemeClr val="lt2"/>
                </a:solidFill>
                <a:latin typeface="Arial"/>
                <a:ea typeface="Arial"/>
                <a:cs typeface="Arial"/>
                <a:sym typeface="Arial"/>
              </a:defRPr>
            </a:lvl3pPr>
            <a:lvl4pPr marR="0" lvl="3" algn="l" rtl="0">
              <a:lnSpc>
                <a:spcPct val="85000"/>
              </a:lnSpc>
              <a:spcBef>
                <a:spcPts val="0"/>
              </a:spcBef>
              <a:spcAft>
                <a:spcPts val="0"/>
              </a:spcAft>
              <a:buClr>
                <a:schemeClr val="lt2"/>
              </a:buClr>
              <a:buSzPts val="1400"/>
              <a:buFont typeface="Arial"/>
              <a:buNone/>
              <a:defRPr sz="2400" b="0" i="0" u="none" strike="noStrike" cap="none">
                <a:solidFill>
                  <a:schemeClr val="lt2"/>
                </a:solidFill>
                <a:latin typeface="Arial"/>
                <a:ea typeface="Arial"/>
                <a:cs typeface="Arial"/>
                <a:sym typeface="Arial"/>
              </a:defRPr>
            </a:lvl4pPr>
            <a:lvl5pPr marR="0" lvl="4" algn="l" rtl="0">
              <a:lnSpc>
                <a:spcPct val="85000"/>
              </a:lnSpc>
              <a:spcBef>
                <a:spcPts val="0"/>
              </a:spcBef>
              <a:spcAft>
                <a:spcPts val="0"/>
              </a:spcAft>
              <a:buClr>
                <a:schemeClr val="lt2"/>
              </a:buClr>
              <a:buSzPts val="1400"/>
              <a:buFont typeface="Arial"/>
              <a:buNone/>
              <a:defRPr sz="2400" b="0" i="0" u="none" strike="noStrike" cap="none">
                <a:solidFill>
                  <a:schemeClr val="lt2"/>
                </a:solidFill>
                <a:latin typeface="Arial"/>
                <a:ea typeface="Arial"/>
                <a:cs typeface="Arial"/>
                <a:sym typeface="Arial"/>
              </a:defRPr>
            </a:lvl5pPr>
            <a:lvl6pPr marR="0" lvl="5" algn="l" rtl="0">
              <a:lnSpc>
                <a:spcPct val="85000"/>
              </a:lnSpc>
              <a:spcBef>
                <a:spcPts val="0"/>
              </a:spcBef>
              <a:spcAft>
                <a:spcPts val="0"/>
              </a:spcAft>
              <a:buClr>
                <a:schemeClr val="lt2"/>
              </a:buClr>
              <a:buSzPts val="1400"/>
              <a:buFont typeface="Source Sans Pro"/>
              <a:buNone/>
              <a:defRPr sz="2400" b="0" i="0" u="none" strike="noStrike" cap="none">
                <a:solidFill>
                  <a:schemeClr val="lt2"/>
                </a:solidFill>
                <a:latin typeface="Source Sans Pro"/>
                <a:ea typeface="Source Sans Pro"/>
                <a:cs typeface="Source Sans Pro"/>
                <a:sym typeface="Source Sans Pro"/>
              </a:defRPr>
            </a:lvl6pPr>
            <a:lvl7pPr marR="0" lvl="6" algn="l" rtl="0">
              <a:lnSpc>
                <a:spcPct val="85000"/>
              </a:lnSpc>
              <a:spcBef>
                <a:spcPts val="0"/>
              </a:spcBef>
              <a:spcAft>
                <a:spcPts val="0"/>
              </a:spcAft>
              <a:buClr>
                <a:schemeClr val="lt2"/>
              </a:buClr>
              <a:buSzPts val="1400"/>
              <a:buFont typeface="Source Sans Pro"/>
              <a:buNone/>
              <a:defRPr sz="2400" b="0" i="0" u="none" strike="noStrike" cap="none">
                <a:solidFill>
                  <a:schemeClr val="lt2"/>
                </a:solidFill>
                <a:latin typeface="Source Sans Pro"/>
                <a:ea typeface="Source Sans Pro"/>
                <a:cs typeface="Source Sans Pro"/>
                <a:sym typeface="Source Sans Pro"/>
              </a:defRPr>
            </a:lvl7pPr>
            <a:lvl8pPr marR="0" lvl="7" algn="l" rtl="0">
              <a:lnSpc>
                <a:spcPct val="85000"/>
              </a:lnSpc>
              <a:spcBef>
                <a:spcPts val="0"/>
              </a:spcBef>
              <a:spcAft>
                <a:spcPts val="0"/>
              </a:spcAft>
              <a:buClr>
                <a:schemeClr val="lt2"/>
              </a:buClr>
              <a:buSzPts val="1400"/>
              <a:buFont typeface="Source Sans Pro"/>
              <a:buNone/>
              <a:defRPr sz="2400" b="0" i="0" u="none" strike="noStrike" cap="none">
                <a:solidFill>
                  <a:schemeClr val="lt2"/>
                </a:solidFill>
                <a:latin typeface="Source Sans Pro"/>
                <a:ea typeface="Source Sans Pro"/>
                <a:cs typeface="Source Sans Pro"/>
                <a:sym typeface="Source Sans Pro"/>
              </a:defRPr>
            </a:lvl8pPr>
            <a:lvl9pPr marR="0" lvl="8" algn="l" rtl="0">
              <a:lnSpc>
                <a:spcPct val="85000"/>
              </a:lnSpc>
              <a:spcBef>
                <a:spcPts val="0"/>
              </a:spcBef>
              <a:spcAft>
                <a:spcPts val="0"/>
              </a:spcAft>
              <a:buClr>
                <a:schemeClr val="lt2"/>
              </a:buClr>
              <a:buSzPts val="1400"/>
              <a:buFont typeface="Source Sans Pro"/>
              <a:buNone/>
              <a:defRPr sz="2400" b="0" i="0" u="none" strike="noStrike" cap="none">
                <a:solidFill>
                  <a:schemeClr val="lt2"/>
                </a:solidFill>
                <a:latin typeface="Source Sans Pro"/>
                <a:ea typeface="Source Sans Pro"/>
                <a:cs typeface="Source Sans Pro"/>
                <a:sym typeface="Source Sans Pro"/>
              </a:defRPr>
            </a:lvl9pPr>
          </a:lstStyle>
          <a:p>
            <a:endParaRPr/>
          </a:p>
        </p:txBody>
      </p:sp>
      <p:sp>
        <p:nvSpPr>
          <p:cNvPr id="198" name="Google Shape;198;p40"/>
          <p:cNvSpPr txBox="1">
            <a:spLocks noGrp="1"/>
          </p:cNvSpPr>
          <p:nvPr>
            <p:ph type="body" idx="1"/>
          </p:nvPr>
        </p:nvSpPr>
        <p:spPr>
          <a:xfrm>
            <a:off x="949329" y="908685"/>
            <a:ext cx="3787800" cy="37590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36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100000"/>
              </a:lnSpc>
              <a:spcBef>
                <a:spcPts val="360"/>
              </a:spcBef>
              <a:spcAft>
                <a:spcPts val="0"/>
              </a:spcAft>
              <a:buClr>
                <a:schemeClr val="lt2"/>
              </a:buClr>
              <a:buSzPts val="1800"/>
              <a:buFont typeface="Noto Sans Symbols"/>
              <a:buChar char="▪"/>
              <a:defRPr sz="1800" b="0" i="0" u="none" strike="noStrike" cap="none">
                <a:solidFill>
                  <a:srgbClr val="595959"/>
                </a:solidFill>
                <a:latin typeface="Arial"/>
                <a:ea typeface="Arial"/>
                <a:cs typeface="Arial"/>
                <a:sym typeface="Arial"/>
              </a:defRPr>
            </a:lvl2pPr>
            <a:lvl3pPr marL="1371600" marR="0" lvl="2" indent="-345186" algn="l" rtl="0">
              <a:lnSpc>
                <a:spcPct val="100000"/>
              </a:lnSpc>
              <a:spcBef>
                <a:spcPts val="360"/>
              </a:spcBef>
              <a:spcAft>
                <a:spcPts val="0"/>
              </a:spcAft>
              <a:buClr>
                <a:schemeClr val="lt2"/>
              </a:buClr>
              <a:buSzPts val="1836"/>
              <a:buFont typeface="Source Sans Pro"/>
              <a:buChar char="›"/>
              <a:defRPr sz="1800" b="0" i="0" u="none" strike="noStrike" cap="none">
                <a:solidFill>
                  <a:srgbClr val="595959"/>
                </a:solidFill>
                <a:latin typeface="Arial"/>
                <a:ea typeface="Arial"/>
                <a:cs typeface="Arial"/>
                <a:sym typeface="Arial"/>
              </a:defRPr>
            </a:lvl3pPr>
            <a:lvl4pPr marL="1828800" marR="0" lvl="3" indent="-342900" algn="l" rtl="0">
              <a:lnSpc>
                <a:spcPct val="100000"/>
              </a:lnSpc>
              <a:spcBef>
                <a:spcPts val="360"/>
              </a:spcBef>
              <a:spcAft>
                <a:spcPts val="0"/>
              </a:spcAft>
              <a:buClr>
                <a:schemeClr val="lt2"/>
              </a:buClr>
              <a:buSzPts val="1800"/>
              <a:buFont typeface="Arial"/>
              <a:buChar char="•"/>
              <a:defRPr sz="1800" b="0" i="0" u="none" strike="noStrike" cap="none">
                <a:solidFill>
                  <a:srgbClr val="595959"/>
                </a:solidFill>
                <a:latin typeface="Arial"/>
                <a:ea typeface="Arial"/>
                <a:cs typeface="Arial"/>
                <a:sym typeface="Arial"/>
              </a:defRPr>
            </a:lvl4pPr>
            <a:lvl5pPr marL="2286000" marR="0" lvl="4" indent="-342900" algn="l" rtl="0">
              <a:lnSpc>
                <a:spcPct val="100000"/>
              </a:lnSpc>
              <a:spcBef>
                <a:spcPts val="360"/>
              </a:spcBef>
              <a:spcAft>
                <a:spcPts val="0"/>
              </a:spcAft>
              <a:buClr>
                <a:schemeClr val="lt2"/>
              </a:buClr>
              <a:buSzPts val="1800"/>
              <a:buFont typeface="Source Sans Pro"/>
              <a:buChar char="–"/>
              <a:defRPr sz="18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9pPr>
          </a:lstStyle>
          <a:p>
            <a:endParaRPr/>
          </a:p>
        </p:txBody>
      </p:sp>
      <p:sp>
        <p:nvSpPr>
          <p:cNvPr id="199" name="Google Shape;199;p40"/>
          <p:cNvSpPr txBox="1">
            <a:spLocks noGrp="1"/>
          </p:cNvSpPr>
          <p:nvPr>
            <p:ph type="body" idx="2"/>
          </p:nvPr>
        </p:nvSpPr>
        <p:spPr>
          <a:xfrm>
            <a:off x="4876800" y="908685"/>
            <a:ext cx="3779700" cy="37590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36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100000"/>
              </a:lnSpc>
              <a:spcBef>
                <a:spcPts val="360"/>
              </a:spcBef>
              <a:spcAft>
                <a:spcPts val="0"/>
              </a:spcAft>
              <a:buClr>
                <a:schemeClr val="lt2"/>
              </a:buClr>
              <a:buSzPts val="1800"/>
              <a:buFont typeface="Noto Sans Symbols"/>
              <a:buChar char="▪"/>
              <a:defRPr sz="1800" b="0" i="0" u="none" strike="noStrike" cap="none">
                <a:solidFill>
                  <a:srgbClr val="595959"/>
                </a:solidFill>
                <a:latin typeface="Arial"/>
                <a:ea typeface="Arial"/>
                <a:cs typeface="Arial"/>
                <a:sym typeface="Arial"/>
              </a:defRPr>
            </a:lvl2pPr>
            <a:lvl3pPr marL="1371600" marR="0" lvl="2" indent="-345186" algn="l" rtl="0">
              <a:lnSpc>
                <a:spcPct val="100000"/>
              </a:lnSpc>
              <a:spcBef>
                <a:spcPts val="360"/>
              </a:spcBef>
              <a:spcAft>
                <a:spcPts val="0"/>
              </a:spcAft>
              <a:buClr>
                <a:schemeClr val="lt2"/>
              </a:buClr>
              <a:buSzPts val="1836"/>
              <a:buFont typeface="Source Sans Pro"/>
              <a:buChar char="›"/>
              <a:defRPr sz="1800" b="0" i="0" u="none" strike="noStrike" cap="none">
                <a:solidFill>
                  <a:srgbClr val="595959"/>
                </a:solidFill>
                <a:latin typeface="Arial"/>
                <a:ea typeface="Arial"/>
                <a:cs typeface="Arial"/>
                <a:sym typeface="Arial"/>
              </a:defRPr>
            </a:lvl3pPr>
            <a:lvl4pPr marL="1828800" marR="0" lvl="3" indent="-342900" algn="l" rtl="0">
              <a:lnSpc>
                <a:spcPct val="100000"/>
              </a:lnSpc>
              <a:spcBef>
                <a:spcPts val="360"/>
              </a:spcBef>
              <a:spcAft>
                <a:spcPts val="0"/>
              </a:spcAft>
              <a:buClr>
                <a:schemeClr val="lt2"/>
              </a:buClr>
              <a:buSzPts val="1800"/>
              <a:buFont typeface="Arial"/>
              <a:buChar char="•"/>
              <a:defRPr sz="1800" b="0" i="0" u="none" strike="noStrike" cap="none">
                <a:solidFill>
                  <a:srgbClr val="595959"/>
                </a:solidFill>
                <a:latin typeface="Arial"/>
                <a:ea typeface="Arial"/>
                <a:cs typeface="Arial"/>
                <a:sym typeface="Arial"/>
              </a:defRPr>
            </a:lvl4pPr>
            <a:lvl5pPr marL="2286000" marR="0" lvl="4" indent="-342900" algn="l" rtl="0">
              <a:lnSpc>
                <a:spcPct val="100000"/>
              </a:lnSpc>
              <a:spcBef>
                <a:spcPts val="360"/>
              </a:spcBef>
              <a:spcAft>
                <a:spcPts val="0"/>
              </a:spcAft>
              <a:buClr>
                <a:schemeClr val="lt2"/>
              </a:buClr>
              <a:buSzPts val="1800"/>
              <a:buFont typeface="Source Sans Pro"/>
              <a:buChar char="–"/>
              <a:defRPr sz="1800" b="0" i="0" u="none" strike="noStrike" cap="none">
                <a:solidFill>
                  <a:srgbClr val="595959"/>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00"/>
        <p:cNvGrpSpPr/>
        <p:nvPr/>
      </p:nvGrpSpPr>
      <p:grpSpPr>
        <a:xfrm>
          <a:off x="0" y="0"/>
          <a:ext cx="0" cy="0"/>
          <a:chOff x="0" y="0"/>
          <a:chExt cx="0" cy="0"/>
        </a:xfrm>
      </p:grpSpPr>
      <p:sp>
        <p:nvSpPr>
          <p:cNvPr id="201" name="Google Shape;201;p41"/>
          <p:cNvSpPr txBox="1">
            <a:spLocks noGrp="1"/>
          </p:cNvSpPr>
          <p:nvPr>
            <p:ph type="title"/>
          </p:nvPr>
        </p:nvSpPr>
        <p:spPr>
          <a:xfrm>
            <a:off x="948776" y="359542"/>
            <a:ext cx="7707900" cy="488100"/>
          </a:xfrm>
          <a:prstGeom prst="rect">
            <a:avLst/>
          </a:prstGeom>
          <a:noFill/>
          <a:ln>
            <a:noFill/>
          </a:ln>
        </p:spPr>
        <p:txBody>
          <a:bodyPr spcFirstLastPara="1" wrap="square" lIns="91425" tIns="91425" rIns="91425" bIns="91425" anchor="b" anchorCtr="0">
            <a:noAutofit/>
          </a:bodyPr>
          <a:lstStyle>
            <a:lvl1pPr marR="0" lvl="0" algn="l" rtl="0">
              <a:lnSpc>
                <a:spcPct val="85000"/>
              </a:lnSpc>
              <a:spcBef>
                <a:spcPts val="0"/>
              </a:spcBef>
              <a:spcAft>
                <a:spcPts val="0"/>
              </a:spcAft>
              <a:buSzPts val="2800"/>
              <a:buNone/>
              <a:defRPr sz="2400" b="0" i="0" u="none" strike="noStrike" cap="none">
                <a:solidFill>
                  <a:schemeClr val="lt2"/>
                </a:solidFill>
                <a:latin typeface="Arial"/>
                <a:ea typeface="Arial"/>
                <a:cs typeface="Arial"/>
                <a:sym typeface="Arial"/>
              </a:defRPr>
            </a:lvl1pPr>
            <a:lvl2pPr marR="0" lvl="1" algn="l" rtl="0">
              <a:lnSpc>
                <a:spcPct val="85000"/>
              </a:lnSpc>
              <a:spcBef>
                <a:spcPts val="0"/>
              </a:spcBef>
              <a:spcAft>
                <a:spcPts val="0"/>
              </a:spcAft>
              <a:buSzPts val="2800"/>
              <a:buNone/>
              <a:defRPr sz="2400" b="0" i="0" u="none" strike="noStrike" cap="none">
                <a:solidFill>
                  <a:schemeClr val="lt2"/>
                </a:solidFill>
                <a:latin typeface="Arial"/>
                <a:ea typeface="Arial"/>
                <a:cs typeface="Arial"/>
                <a:sym typeface="Arial"/>
              </a:defRPr>
            </a:lvl2pPr>
            <a:lvl3pPr marR="0" lvl="2" algn="l" rtl="0">
              <a:lnSpc>
                <a:spcPct val="85000"/>
              </a:lnSpc>
              <a:spcBef>
                <a:spcPts val="0"/>
              </a:spcBef>
              <a:spcAft>
                <a:spcPts val="0"/>
              </a:spcAft>
              <a:buSzPts val="2800"/>
              <a:buNone/>
              <a:defRPr sz="2400" b="0" i="0" u="none" strike="noStrike" cap="none">
                <a:solidFill>
                  <a:schemeClr val="lt2"/>
                </a:solidFill>
                <a:latin typeface="Arial"/>
                <a:ea typeface="Arial"/>
                <a:cs typeface="Arial"/>
                <a:sym typeface="Arial"/>
              </a:defRPr>
            </a:lvl3pPr>
            <a:lvl4pPr marR="0" lvl="3" algn="l" rtl="0">
              <a:lnSpc>
                <a:spcPct val="85000"/>
              </a:lnSpc>
              <a:spcBef>
                <a:spcPts val="0"/>
              </a:spcBef>
              <a:spcAft>
                <a:spcPts val="0"/>
              </a:spcAft>
              <a:buSzPts val="2800"/>
              <a:buNone/>
              <a:defRPr sz="2400" b="0" i="0" u="none" strike="noStrike" cap="none">
                <a:solidFill>
                  <a:schemeClr val="lt2"/>
                </a:solidFill>
                <a:latin typeface="Arial"/>
                <a:ea typeface="Arial"/>
                <a:cs typeface="Arial"/>
                <a:sym typeface="Arial"/>
              </a:defRPr>
            </a:lvl4pPr>
            <a:lvl5pPr marR="0" lvl="4" algn="l" rtl="0">
              <a:lnSpc>
                <a:spcPct val="85000"/>
              </a:lnSpc>
              <a:spcBef>
                <a:spcPts val="0"/>
              </a:spcBef>
              <a:spcAft>
                <a:spcPts val="0"/>
              </a:spcAft>
              <a:buSzPts val="2800"/>
              <a:buNone/>
              <a:defRPr sz="2400" b="0" i="0" u="none" strike="noStrike" cap="none">
                <a:solidFill>
                  <a:schemeClr val="lt2"/>
                </a:solidFill>
                <a:latin typeface="Arial"/>
                <a:ea typeface="Arial"/>
                <a:cs typeface="Arial"/>
                <a:sym typeface="Arial"/>
              </a:defRPr>
            </a:lvl5pPr>
            <a:lvl6pPr marR="0" lvl="5" algn="l" rtl="0">
              <a:lnSpc>
                <a:spcPct val="85000"/>
              </a:lnSpc>
              <a:spcBef>
                <a:spcPts val="0"/>
              </a:spcBef>
              <a:spcAft>
                <a:spcPts val="0"/>
              </a:spcAft>
              <a:buSzPts val="2800"/>
              <a:buNone/>
              <a:defRPr sz="2400" b="0" i="0" u="none" strike="noStrike" cap="none">
                <a:solidFill>
                  <a:schemeClr val="lt2"/>
                </a:solidFill>
                <a:latin typeface="Source Sans Pro"/>
                <a:ea typeface="Source Sans Pro"/>
                <a:cs typeface="Source Sans Pro"/>
                <a:sym typeface="Source Sans Pro"/>
              </a:defRPr>
            </a:lvl6pPr>
            <a:lvl7pPr marR="0" lvl="6" algn="l" rtl="0">
              <a:lnSpc>
                <a:spcPct val="85000"/>
              </a:lnSpc>
              <a:spcBef>
                <a:spcPts val="0"/>
              </a:spcBef>
              <a:spcAft>
                <a:spcPts val="0"/>
              </a:spcAft>
              <a:buSzPts val="2800"/>
              <a:buNone/>
              <a:defRPr sz="2400" b="0" i="0" u="none" strike="noStrike" cap="none">
                <a:solidFill>
                  <a:schemeClr val="lt2"/>
                </a:solidFill>
                <a:latin typeface="Source Sans Pro"/>
                <a:ea typeface="Source Sans Pro"/>
                <a:cs typeface="Source Sans Pro"/>
                <a:sym typeface="Source Sans Pro"/>
              </a:defRPr>
            </a:lvl7pPr>
            <a:lvl8pPr marR="0" lvl="7" algn="l" rtl="0">
              <a:lnSpc>
                <a:spcPct val="85000"/>
              </a:lnSpc>
              <a:spcBef>
                <a:spcPts val="0"/>
              </a:spcBef>
              <a:spcAft>
                <a:spcPts val="0"/>
              </a:spcAft>
              <a:buSzPts val="2800"/>
              <a:buNone/>
              <a:defRPr sz="2400" b="0" i="0" u="none" strike="noStrike" cap="none">
                <a:solidFill>
                  <a:schemeClr val="lt2"/>
                </a:solidFill>
                <a:latin typeface="Source Sans Pro"/>
                <a:ea typeface="Source Sans Pro"/>
                <a:cs typeface="Source Sans Pro"/>
                <a:sym typeface="Source Sans Pro"/>
              </a:defRPr>
            </a:lvl8pPr>
            <a:lvl9pPr marR="0" lvl="8" algn="l" rtl="0">
              <a:lnSpc>
                <a:spcPct val="85000"/>
              </a:lnSpc>
              <a:spcBef>
                <a:spcPts val="0"/>
              </a:spcBef>
              <a:spcAft>
                <a:spcPts val="0"/>
              </a:spcAft>
              <a:buSzPts val="2800"/>
              <a:buNone/>
              <a:defRPr sz="2400" b="0" i="0" u="none" strike="noStrike" cap="none">
                <a:solidFill>
                  <a:schemeClr val="lt2"/>
                </a:solidFill>
                <a:latin typeface="Source Sans Pro"/>
                <a:ea typeface="Source Sans Pro"/>
                <a:cs typeface="Source Sans Pro"/>
                <a:sym typeface="Source Sans Pro"/>
              </a:defRPr>
            </a:lvl9pPr>
          </a:lstStyle>
          <a:p>
            <a:endParaRPr/>
          </a:p>
        </p:txBody>
      </p:sp>
      <p:sp>
        <p:nvSpPr>
          <p:cNvPr id="202" name="Google Shape;202;p41"/>
          <p:cNvSpPr txBox="1">
            <a:spLocks noGrp="1"/>
          </p:cNvSpPr>
          <p:nvPr>
            <p:ph type="body" idx="1"/>
          </p:nvPr>
        </p:nvSpPr>
        <p:spPr>
          <a:xfrm>
            <a:off x="955679" y="908685"/>
            <a:ext cx="7701000" cy="37590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360"/>
              </a:spcBef>
              <a:spcAft>
                <a:spcPts val="0"/>
              </a:spcAft>
              <a:buSzPts val="1800"/>
              <a:buNone/>
              <a:defRPr sz="1800" b="0" i="0" u="none" strike="noStrike" cap="none">
                <a:solidFill>
                  <a:schemeClr val="dk1"/>
                </a:solidFill>
                <a:latin typeface="Arial"/>
                <a:ea typeface="Arial"/>
                <a:cs typeface="Arial"/>
                <a:sym typeface="Arial"/>
              </a:defRPr>
            </a:lvl1pPr>
            <a:lvl2pPr marL="914400" marR="0" lvl="1" indent="-342900" algn="l" rtl="0">
              <a:spcBef>
                <a:spcPts val="360"/>
              </a:spcBef>
              <a:spcAft>
                <a:spcPts val="0"/>
              </a:spcAft>
              <a:buClr>
                <a:schemeClr val="lt2"/>
              </a:buClr>
              <a:buSzPts val="1800"/>
              <a:buFont typeface="Noto Sans Symbols"/>
              <a:buChar char="▪"/>
              <a:defRPr sz="1800" b="0" i="0" u="none" strike="noStrike" cap="none">
                <a:solidFill>
                  <a:srgbClr val="595959"/>
                </a:solidFill>
                <a:latin typeface="Arial"/>
                <a:ea typeface="Arial"/>
                <a:cs typeface="Arial"/>
                <a:sym typeface="Arial"/>
              </a:defRPr>
            </a:lvl2pPr>
            <a:lvl3pPr marL="1371600" marR="0" lvl="2" indent="-345186" algn="l" rtl="0">
              <a:spcBef>
                <a:spcPts val="360"/>
              </a:spcBef>
              <a:spcAft>
                <a:spcPts val="0"/>
              </a:spcAft>
              <a:buClr>
                <a:schemeClr val="lt2"/>
              </a:buClr>
              <a:buSzPts val="1836"/>
              <a:buFont typeface="Source Sans Pro"/>
              <a:buChar char="›"/>
              <a:defRPr sz="1800" b="0" i="0" u="none" strike="noStrike" cap="none">
                <a:solidFill>
                  <a:srgbClr val="595959"/>
                </a:solidFill>
                <a:latin typeface="Arial"/>
                <a:ea typeface="Arial"/>
                <a:cs typeface="Arial"/>
                <a:sym typeface="Arial"/>
              </a:defRPr>
            </a:lvl3pPr>
            <a:lvl4pPr marL="1828800" marR="0" lvl="3" indent="-342900" algn="l" rtl="0">
              <a:spcBef>
                <a:spcPts val="360"/>
              </a:spcBef>
              <a:spcAft>
                <a:spcPts val="0"/>
              </a:spcAft>
              <a:buClr>
                <a:schemeClr val="lt2"/>
              </a:buClr>
              <a:buSzPts val="1800"/>
              <a:buFont typeface="Arial"/>
              <a:buChar char="•"/>
              <a:defRPr sz="1800" b="0" i="0" u="none" strike="noStrike" cap="none">
                <a:solidFill>
                  <a:srgbClr val="595959"/>
                </a:solidFill>
                <a:latin typeface="Arial"/>
                <a:ea typeface="Arial"/>
                <a:cs typeface="Arial"/>
                <a:sym typeface="Arial"/>
              </a:defRPr>
            </a:lvl4pPr>
            <a:lvl5pPr marL="2286000" marR="0" lvl="4" indent="-342900" algn="l" rtl="0">
              <a:spcBef>
                <a:spcPts val="360"/>
              </a:spcBef>
              <a:spcAft>
                <a:spcPts val="0"/>
              </a:spcAft>
              <a:buClr>
                <a:schemeClr val="lt2"/>
              </a:buClr>
              <a:buSzPts val="1800"/>
              <a:buFont typeface="Source Sans Pro"/>
              <a:buChar char="–"/>
              <a:defRPr sz="1800" b="0" i="0" u="none" strike="noStrike" cap="none">
                <a:solidFill>
                  <a:srgbClr val="595959"/>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6pPr>
            <a:lvl7pPr marL="3200400" marR="0" lvl="6" indent="-355600" algn="l" rtl="0">
              <a:spcBef>
                <a:spcPts val="16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7pPr>
            <a:lvl8pPr marL="3657600" marR="0" lvl="7" indent="-355600" algn="l" rtl="0">
              <a:spcBef>
                <a:spcPts val="1600"/>
              </a:spcBef>
              <a:spcAft>
                <a:spcPts val="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8pPr>
            <a:lvl9pPr marL="4114800" marR="0" lvl="8" indent="-355600" algn="l" rtl="0">
              <a:spcBef>
                <a:spcPts val="1600"/>
              </a:spcBef>
              <a:spcAft>
                <a:spcPts val="1600"/>
              </a:spcAft>
              <a:buClr>
                <a:schemeClr val="dk1"/>
              </a:buClr>
              <a:buSzPts val="2000"/>
              <a:buFont typeface="Arial"/>
              <a:buChar char="•"/>
              <a:defRPr sz="2000" b="0" i="0" u="none" strike="noStrike" cap="none">
                <a:solidFill>
                  <a:schemeClr val="dk1"/>
                </a:solidFill>
                <a:latin typeface="Source Sans Pro"/>
                <a:ea typeface="Source Sans Pro"/>
                <a:cs typeface="Source Sans Pro"/>
                <a:sym typeface="Source Sans Pro"/>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Content 1" type="obj">
  <p:cSld name="OBJECT">
    <p:spTree>
      <p:nvGrpSpPr>
        <p:cNvPr id="1" name="Shape 203"/>
        <p:cNvGrpSpPr/>
        <p:nvPr/>
      </p:nvGrpSpPr>
      <p:grpSpPr>
        <a:xfrm>
          <a:off x="0" y="0"/>
          <a:ext cx="0" cy="0"/>
          <a:chOff x="0" y="0"/>
          <a:chExt cx="0" cy="0"/>
        </a:xfrm>
      </p:grpSpPr>
      <p:sp>
        <p:nvSpPr>
          <p:cNvPr id="204" name="Google Shape;204;p4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lgn="l" rtl="0">
              <a:lnSpc>
                <a:spcPct val="100000"/>
              </a:lnSpc>
              <a:spcBef>
                <a:spcPts val="0"/>
              </a:spcBef>
              <a:spcAft>
                <a:spcPts val="0"/>
              </a:spcAft>
              <a:buSzPts val="1100"/>
              <a:buNone/>
              <a:defRPr sz="1400"/>
            </a:lvl2pPr>
            <a:lvl3pPr lvl="2" algn="l" rtl="0">
              <a:lnSpc>
                <a:spcPct val="100000"/>
              </a:lnSpc>
              <a:spcBef>
                <a:spcPts val="0"/>
              </a:spcBef>
              <a:spcAft>
                <a:spcPts val="0"/>
              </a:spcAft>
              <a:buSzPts val="1100"/>
              <a:buNone/>
              <a:defRPr sz="1400"/>
            </a:lvl3pPr>
            <a:lvl4pPr lvl="3" algn="l" rtl="0">
              <a:lnSpc>
                <a:spcPct val="100000"/>
              </a:lnSpc>
              <a:spcBef>
                <a:spcPts val="0"/>
              </a:spcBef>
              <a:spcAft>
                <a:spcPts val="0"/>
              </a:spcAft>
              <a:buSzPts val="1100"/>
              <a:buNone/>
              <a:defRPr sz="1400"/>
            </a:lvl4pPr>
            <a:lvl5pPr lvl="4" algn="l" rtl="0">
              <a:lnSpc>
                <a:spcPct val="100000"/>
              </a:lnSpc>
              <a:spcBef>
                <a:spcPts val="0"/>
              </a:spcBef>
              <a:spcAft>
                <a:spcPts val="0"/>
              </a:spcAft>
              <a:buSzPts val="1100"/>
              <a:buNone/>
              <a:defRPr sz="1400"/>
            </a:lvl5pPr>
            <a:lvl6pPr lvl="5" algn="l" rtl="0">
              <a:lnSpc>
                <a:spcPct val="100000"/>
              </a:lnSpc>
              <a:spcBef>
                <a:spcPts val="0"/>
              </a:spcBef>
              <a:spcAft>
                <a:spcPts val="0"/>
              </a:spcAft>
              <a:buSzPts val="1100"/>
              <a:buNone/>
              <a:defRPr sz="1400"/>
            </a:lvl6pPr>
            <a:lvl7pPr lvl="6" algn="l" rtl="0">
              <a:lnSpc>
                <a:spcPct val="100000"/>
              </a:lnSpc>
              <a:spcBef>
                <a:spcPts val="0"/>
              </a:spcBef>
              <a:spcAft>
                <a:spcPts val="0"/>
              </a:spcAft>
              <a:buSzPts val="1100"/>
              <a:buNone/>
              <a:defRPr sz="1400"/>
            </a:lvl7pPr>
            <a:lvl8pPr lvl="7" algn="l" rtl="0">
              <a:lnSpc>
                <a:spcPct val="100000"/>
              </a:lnSpc>
              <a:spcBef>
                <a:spcPts val="0"/>
              </a:spcBef>
              <a:spcAft>
                <a:spcPts val="0"/>
              </a:spcAft>
              <a:buSzPts val="1100"/>
              <a:buNone/>
              <a:defRPr sz="1400"/>
            </a:lvl8pPr>
            <a:lvl9pPr lvl="8" algn="l" rtl="0">
              <a:lnSpc>
                <a:spcPct val="100000"/>
              </a:lnSpc>
              <a:spcBef>
                <a:spcPts val="0"/>
              </a:spcBef>
              <a:spcAft>
                <a:spcPts val="0"/>
              </a:spcAft>
              <a:buSzPts val="1100"/>
              <a:buNone/>
              <a:defRPr sz="1400"/>
            </a:lvl9pPr>
          </a:lstStyle>
          <a:p>
            <a:endParaRPr/>
          </a:p>
        </p:txBody>
      </p:sp>
      <p:sp>
        <p:nvSpPr>
          <p:cNvPr id="205" name="Google Shape;205;p42"/>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206" name="Google Shape;206;p4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207" name="Google Shape;207;p4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208" name="Google Shape;208;p4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theme" Target="../theme/theme2.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0040" y="273844"/>
            <a:ext cx="8503800" cy="823500"/>
          </a:xfrm>
          <a:prstGeom prst="rect">
            <a:avLst/>
          </a:prstGeom>
          <a:noFill/>
          <a:ln>
            <a:noFill/>
          </a:ln>
        </p:spPr>
        <p:txBody>
          <a:bodyPr spcFirstLastPara="1" wrap="square" lIns="0" tIns="45700" rIns="0" bIns="45700" anchor="ctr" anchorCtr="0">
            <a:normAutofit/>
          </a:bodyPr>
          <a:lstStyle>
            <a:lvl1pPr marR="0" lvl="0" algn="l" rtl="0">
              <a:lnSpc>
                <a:spcPct val="90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320040" y="1200150"/>
            <a:ext cx="8503800" cy="3432600"/>
          </a:xfrm>
          <a:prstGeom prst="rect">
            <a:avLst/>
          </a:prstGeom>
          <a:noFill/>
          <a:ln>
            <a:noFill/>
          </a:ln>
        </p:spPr>
        <p:txBody>
          <a:bodyPr spcFirstLastPara="1" wrap="square" lIns="0" tIns="45700" rIns="0" bIns="45700" anchor="t" anchorCtr="0">
            <a:normAutofit/>
          </a:bodyPr>
          <a:lstStyle>
            <a:lvl1pPr marL="457200" marR="0" lvl="0" indent="-374650" algn="l" rtl="0">
              <a:lnSpc>
                <a:spcPct val="90000"/>
              </a:lnSpc>
              <a:spcBef>
                <a:spcPts val="750"/>
              </a:spcBef>
              <a:spcAft>
                <a:spcPts val="0"/>
              </a:spcAft>
              <a:buClr>
                <a:schemeClr val="dk2"/>
              </a:buClr>
              <a:buSzPts val="2300"/>
              <a:buFont typeface="Arial"/>
              <a:buChar char="•"/>
              <a:defRPr sz="2300" b="0" i="0" u="none" strike="noStrike" cap="none">
                <a:solidFill>
                  <a:schemeClr val="dk2"/>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2pPr>
            <a:lvl3pPr marL="1371600" marR="0" lvl="2"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3pPr>
            <a:lvl4pPr marL="1828800" marR="0" lvl="3"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4pPr>
            <a:lvl5pPr marL="2286000" marR="0" lvl="4" indent="-342900" algn="l" rtl="0">
              <a:lnSpc>
                <a:spcPct val="90000"/>
              </a:lnSpc>
              <a:spcBef>
                <a:spcPts val="375"/>
              </a:spcBef>
              <a:spcAft>
                <a:spcPts val="0"/>
              </a:spcAft>
              <a:buClr>
                <a:schemeClr val="dk2"/>
              </a:buClr>
              <a:buSzPts val="1800"/>
              <a:buFont typeface="Arial"/>
              <a:buChar char="•"/>
              <a:defRPr sz="1800" b="0" i="0" u="none" strike="noStrike" cap="none">
                <a:solidFill>
                  <a:schemeClr val="dk2"/>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2"/>
              </a:buClr>
              <a:buSzPts val="1350"/>
              <a:buFont typeface="Arial"/>
              <a:buChar char="•"/>
              <a:defRPr sz="1350" b="0" i="0" u="none" strike="noStrike" cap="none">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6766560" y="4757739"/>
            <a:ext cx="2057400" cy="2730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00" b="0" i="0" u="none" strike="noStrike" cap="none">
                <a:solidFill>
                  <a:schemeClr val="dk2"/>
                </a:solidFill>
                <a:latin typeface="Calibri"/>
                <a:ea typeface="Calibri"/>
                <a:cs typeface="Calibri"/>
                <a:sym typeface="Calibri"/>
              </a:defRPr>
            </a:lvl1pPr>
            <a:lvl2pPr marL="0" marR="0" lvl="1" indent="0" algn="r" rtl="0">
              <a:spcBef>
                <a:spcPts val="0"/>
              </a:spcBef>
              <a:buNone/>
              <a:defRPr sz="800" b="0" i="0" u="none" strike="noStrike" cap="none">
                <a:solidFill>
                  <a:schemeClr val="dk2"/>
                </a:solidFill>
                <a:latin typeface="Calibri"/>
                <a:ea typeface="Calibri"/>
                <a:cs typeface="Calibri"/>
                <a:sym typeface="Calibri"/>
              </a:defRPr>
            </a:lvl2pPr>
            <a:lvl3pPr marL="0" marR="0" lvl="2" indent="0" algn="r" rtl="0">
              <a:spcBef>
                <a:spcPts val="0"/>
              </a:spcBef>
              <a:buNone/>
              <a:defRPr sz="800" b="0" i="0" u="none" strike="noStrike" cap="none">
                <a:solidFill>
                  <a:schemeClr val="dk2"/>
                </a:solidFill>
                <a:latin typeface="Calibri"/>
                <a:ea typeface="Calibri"/>
                <a:cs typeface="Calibri"/>
                <a:sym typeface="Calibri"/>
              </a:defRPr>
            </a:lvl3pPr>
            <a:lvl4pPr marL="0" marR="0" lvl="3" indent="0" algn="r" rtl="0">
              <a:spcBef>
                <a:spcPts val="0"/>
              </a:spcBef>
              <a:buNone/>
              <a:defRPr sz="800" b="0" i="0" u="none" strike="noStrike" cap="none">
                <a:solidFill>
                  <a:schemeClr val="dk2"/>
                </a:solidFill>
                <a:latin typeface="Calibri"/>
                <a:ea typeface="Calibri"/>
                <a:cs typeface="Calibri"/>
                <a:sym typeface="Calibri"/>
              </a:defRPr>
            </a:lvl4pPr>
            <a:lvl5pPr marL="0" marR="0" lvl="4" indent="0" algn="r" rtl="0">
              <a:spcBef>
                <a:spcPts val="0"/>
              </a:spcBef>
              <a:buNone/>
              <a:defRPr sz="800" b="0" i="0" u="none" strike="noStrike" cap="none">
                <a:solidFill>
                  <a:schemeClr val="dk2"/>
                </a:solidFill>
                <a:latin typeface="Calibri"/>
                <a:ea typeface="Calibri"/>
                <a:cs typeface="Calibri"/>
                <a:sym typeface="Calibri"/>
              </a:defRPr>
            </a:lvl5pPr>
            <a:lvl6pPr marL="0" marR="0" lvl="5" indent="0" algn="r" rtl="0">
              <a:spcBef>
                <a:spcPts val="0"/>
              </a:spcBef>
              <a:buNone/>
              <a:defRPr sz="800" b="0" i="0" u="none" strike="noStrike" cap="none">
                <a:solidFill>
                  <a:schemeClr val="dk2"/>
                </a:solidFill>
                <a:latin typeface="Calibri"/>
                <a:ea typeface="Calibri"/>
                <a:cs typeface="Calibri"/>
                <a:sym typeface="Calibri"/>
              </a:defRPr>
            </a:lvl6pPr>
            <a:lvl7pPr marL="0" marR="0" lvl="6" indent="0" algn="r" rtl="0">
              <a:spcBef>
                <a:spcPts val="0"/>
              </a:spcBef>
              <a:buNone/>
              <a:defRPr sz="800" b="0" i="0" u="none" strike="noStrike" cap="none">
                <a:solidFill>
                  <a:schemeClr val="dk2"/>
                </a:solidFill>
                <a:latin typeface="Calibri"/>
                <a:ea typeface="Calibri"/>
                <a:cs typeface="Calibri"/>
                <a:sym typeface="Calibri"/>
              </a:defRPr>
            </a:lvl7pPr>
            <a:lvl8pPr marL="0" marR="0" lvl="7" indent="0" algn="r" rtl="0">
              <a:spcBef>
                <a:spcPts val="0"/>
              </a:spcBef>
              <a:buNone/>
              <a:defRPr sz="800" b="0" i="0" u="none" strike="noStrike" cap="none">
                <a:solidFill>
                  <a:schemeClr val="dk2"/>
                </a:solidFill>
                <a:latin typeface="Calibri"/>
                <a:ea typeface="Calibri"/>
                <a:cs typeface="Calibri"/>
                <a:sym typeface="Calibri"/>
              </a:defRPr>
            </a:lvl8pPr>
            <a:lvl9pPr marL="0" marR="0" lvl="8" indent="0" algn="r" rtl="0">
              <a:spcBef>
                <a:spcPts val="0"/>
              </a:spcBef>
              <a:buNone/>
              <a:defRPr sz="80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48"/>
        <p:cNvGrpSpPr/>
        <p:nvPr/>
      </p:nvGrpSpPr>
      <p:grpSpPr>
        <a:xfrm>
          <a:off x="0" y="0"/>
          <a:ext cx="0" cy="0"/>
          <a:chOff x="0" y="0"/>
          <a:chExt cx="0" cy="0"/>
        </a:xfrm>
      </p:grpSpPr>
      <p:sp>
        <p:nvSpPr>
          <p:cNvPr id="149" name="Google Shape;149;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150" name="Google Shape;150;p2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1600"/>
              </a:spcBef>
              <a:spcAft>
                <a:spcPts val="0"/>
              </a:spcAft>
              <a:buClr>
                <a:schemeClr val="dk2"/>
              </a:buClr>
              <a:buSzPts val="1400"/>
              <a:buChar char="○"/>
              <a:defRPr>
                <a:solidFill>
                  <a:schemeClr val="dk2"/>
                </a:solidFill>
              </a:defRPr>
            </a:lvl2pPr>
            <a:lvl3pPr marL="1371600" lvl="2" indent="-317500" rtl="0">
              <a:lnSpc>
                <a:spcPct val="115000"/>
              </a:lnSpc>
              <a:spcBef>
                <a:spcPts val="1600"/>
              </a:spcBef>
              <a:spcAft>
                <a:spcPts val="0"/>
              </a:spcAft>
              <a:buClr>
                <a:schemeClr val="dk2"/>
              </a:buClr>
              <a:buSzPts val="1400"/>
              <a:buChar char="■"/>
              <a:defRPr>
                <a:solidFill>
                  <a:schemeClr val="dk2"/>
                </a:solidFill>
              </a:defRPr>
            </a:lvl3pPr>
            <a:lvl4pPr marL="1828800" lvl="3" indent="-317500" rtl="0">
              <a:lnSpc>
                <a:spcPct val="115000"/>
              </a:lnSpc>
              <a:spcBef>
                <a:spcPts val="1600"/>
              </a:spcBef>
              <a:spcAft>
                <a:spcPts val="0"/>
              </a:spcAft>
              <a:buClr>
                <a:schemeClr val="dk2"/>
              </a:buClr>
              <a:buSzPts val="1400"/>
              <a:buChar char="●"/>
              <a:defRPr>
                <a:solidFill>
                  <a:schemeClr val="dk2"/>
                </a:solidFill>
              </a:defRPr>
            </a:lvl4pPr>
            <a:lvl5pPr marL="2286000" lvl="4" indent="-317500" rtl="0">
              <a:lnSpc>
                <a:spcPct val="115000"/>
              </a:lnSpc>
              <a:spcBef>
                <a:spcPts val="1600"/>
              </a:spcBef>
              <a:spcAft>
                <a:spcPts val="0"/>
              </a:spcAft>
              <a:buClr>
                <a:schemeClr val="dk2"/>
              </a:buClr>
              <a:buSzPts val="1400"/>
              <a:buChar char="○"/>
              <a:defRPr>
                <a:solidFill>
                  <a:schemeClr val="dk2"/>
                </a:solidFill>
              </a:defRPr>
            </a:lvl5pPr>
            <a:lvl6pPr marL="2743200" lvl="5" indent="-317500" rtl="0">
              <a:lnSpc>
                <a:spcPct val="115000"/>
              </a:lnSpc>
              <a:spcBef>
                <a:spcPts val="1600"/>
              </a:spcBef>
              <a:spcAft>
                <a:spcPts val="0"/>
              </a:spcAft>
              <a:buClr>
                <a:schemeClr val="dk2"/>
              </a:buClr>
              <a:buSzPts val="1400"/>
              <a:buChar char="■"/>
              <a:defRPr>
                <a:solidFill>
                  <a:schemeClr val="dk2"/>
                </a:solidFill>
              </a:defRPr>
            </a:lvl6pPr>
            <a:lvl7pPr marL="3200400" lvl="6" indent="-317500" rtl="0">
              <a:lnSpc>
                <a:spcPct val="115000"/>
              </a:lnSpc>
              <a:spcBef>
                <a:spcPts val="1600"/>
              </a:spcBef>
              <a:spcAft>
                <a:spcPts val="0"/>
              </a:spcAft>
              <a:buClr>
                <a:schemeClr val="dk2"/>
              </a:buClr>
              <a:buSzPts val="1400"/>
              <a:buChar char="●"/>
              <a:defRPr>
                <a:solidFill>
                  <a:schemeClr val="dk2"/>
                </a:solidFill>
              </a:defRPr>
            </a:lvl7pPr>
            <a:lvl8pPr marL="3657600" lvl="7" indent="-317500" rtl="0">
              <a:lnSpc>
                <a:spcPct val="115000"/>
              </a:lnSpc>
              <a:spcBef>
                <a:spcPts val="1600"/>
              </a:spcBef>
              <a:spcAft>
                <a:spcPts val="0"/>
              </a:spcAft>
              <a:buClr>
                <a:schemeClr val="dk2"/>
              </a:buClr>
              <a:buSzPts val="1400"/>
              <a:buChar char="○"/>
              <a:defRPr>
                <a:solidFill>
                  <a:schemeClr val="dk2"/>
                </a:solidFill>
              </a:defRPr>
            </a:lvl8pPr>
            <a:lvl9pPr marL="4114800" lvl="8" indent="-317500" rtl="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151" name="Google Shape;151;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20.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hyperlink" Target="https://identity.stanford.edu/design-elements/typography/system-fonts/" TargetMode="External"/><Relationship Id="rId2" Type="http://schemas.openxmlformats.org/officeDocument/2006/relationships/notesSlide" Target="../notesSlides/notesSlide2.xml"/><Relationship Id="rId1" Type="http://schemas.openxmlformats.org/officeDocument/2006/relationships/slideLayout" Target="../slideLayouts/slideLayout20.xml"/><Relationship Id="rId4" Type="http://schemas.openxmlformats.org/officeDocument/2006/relationships/hyperlink" Target="https://identity.stanford.edu/" TargetMode="External"/></Relationships>
</file>

<file path=ppt/slides/_rels/slide3.xml.rels><?xml version="1.0" encoding="UTF-8" standalone="yes"?>
<Relationships xmlns="http://schemas.openxmlformats.org/package/2006/relationships"><Relationship Id="rId13" Type="http://schemas.openxmlformats.org/officeDocument/2006/relationships/image" Target="../media/image22.png"/><Relationship Id="rId18" Type="http://schemas.openxmlformats.org/officeDocument/2006/relationships/image" Target="../media/image27.png"/><Relationship Id="rId26" Type="http://schemas.openxmlformats.org/officeDocument/2006/relationships/image" Target="../media/image35.png"/><Relationship Id="rId39" Type="http://schemas.openxmlformats.org/officeDocument/2006/relationships/image" Target="../media/image48.png"/><Relationship Id="rId21" Type="http://schemas.openxmlformats.org/officeDocument/2006/relationships/image" Target="../media/image30.png"/><Relationship Id="rId34" Type="http://schemas.openxmlformats.org/officeDocument/2006/relationships/image" Target="../media/image43.png"/><Relationship Id="rId42" Type="http://schemas.openxmlformats.org/officeDocument/2006/relationships/image" Target="../media/image51.png"/><Relationship Id="rId47" Type="http://schemas.openxmlformats.org/officeDocument/2006/relationships/image" Target="../media/image56.png"/><Relationship Id="rId50" Type="http://schemas.openxmlformats.org/officeDocument/2006/relationships/image" Target="../media/image59.png"/><Relationship Id="rId7" Type="http://schemas.openxmlformats.org/officeDocument/2006/relationships/image" Target="../media/image16.png"/><Relationship Id="rId2" Type="http://schemas.openxmlformats.org/officeDocument/2006/relationships/notesSlide" Target="../notesSlides/notesSlide3.xml"/><Relationship Id="rId16" Type="http://schemas.openxmlformats.org/officeDocument/2006/relationships/image" Target="../media/image25.png"/><Relationship Id="rId29" Type="http://schemas.openxmlformats.org/officeDocument/2006/relationships/image" Target="../media/image38.png"/><Relationship Id="rId11" Type="http://schemas.openxmlformats.org/officeDocument/2006/relationships/image" Target="../media/image20.pn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40" Type="http://schemas.openxmlformats.org/officeDocument/2006/relationships/image" Target="../media/image49.png"/><Relationship Id="rId45" Type="http://schemas.openxmlformats.org/officeDocument/2006/relationships/image" Target="../media/image54.png"/><Relationship Id="rId53" Type="http://schemas.openxmlformats.org/officeDocument/2006/relationships/hyperlink" Target="https://identity.stanford.edu/design-elements/iconography/" TargetMode="External"/><Relationship Id="rId5" Type="http://schemas.openxmlformats.org/officeDocument/2006/relationships/image" Target="../media/image14.png"/><Relationship Id="rId10" Type="http://schemas.openxmlformats.org/officeDocument/2006/relationships/image" Target="../media/image19.png"/><Relationship Id="rId19" Type="http://schemas.openxmlformats.org/officeDocument/2006/relationships/image" Target="../media/image28.png"/><Relationship Id="rId31" Type="http://schemas.openxmlformats.org/officeDocument/2006/relationships/image" Target="../media/image40.png"/><Relationship Id="rId44" Type="http://schemas.openxmlformats.org/officeDocument/2006/relationships/image" Target="../media/image53.png"/><Relationship Id="rId52" Type="http://schemas.openxmlformats.org/officeDocument/2006/relationships/image" Target="../media/image61.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43" Type="http://schemas.openxmlformats.org/officeDocument/2006/relationships/image" Target="../media/image52.png"/><Relationship Id="rId48" Type="http://schemas.openxmlformats.org/officeDocument/2006/relationships/image" Target="../media/image57.png"/><Relationship Id="rId8" Type="http://schemas.openxmlformats.org/officeDocument/2006/relationships/image" Target="../media/image17.png"/><Relationship Id="rId51" Type="http://schemas.openxmlformats.org/officeDocument/2006/relationships/image" Target="../media/image60.png"/><Relationship Id="rId3" Type="http://schemas.openxmlformats.org/officeDocument/2006/relationships/image" Target="../media/image12.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png"/><Relationship Id="rId46" Type="http://schemas.openxmlformats.org/officeDocument/2006/relationships/image" Target="../media/image55.png"/><Relationship Id="rId20" Type="http://schemas.openxmlformats.org/officeDocument/2006/relationships/image" Target="../media/image29.png"/><Relationship Id="rId41" Type="http://schemas.openxmlformats.org/officeDocument/2006/relationships/image" Target="../media/image50.png"/><Relationship Id="rId54" Type="http://schemas.openxmlformats.org/officeDocument/2006/relationships/hyperlink" Target="https://workspace.google.com/marketplace/app/insert_icons_for_slides_%F0%9F%91%8C/96201000411" TargetMode="External"/><Relationship Id="rId1" Type="http://schemas.openxmlformats.org/officeDocument/2006/relationships/slideLayout" Target="../slideLayouts/slideLayout20.xml"/><Relationship Id="rId6" Type="http://schemas.openxmlformats.org/officeDocument/2006/relationships/image" Target="../media/image15.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36" Type="http://schemas.openxmlformats.org/officeDocument/2006/relationships/image" Target="../media/image45.png"/><Relationship Id="rId49" Type="http://schemas.openxmlformats.org/officeDocument/2006/relationships/image" Target="../media/image5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12.xml"/><Relationship Id="rId1" Type="http://schemas.openxmlformats.org/officeDocument/2006/relationships/slideLayout" Target="../slideLayouts/slideLayout20.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9" Type="http://schemas.openxmlformats.org/officeDocument/2006/relationships/image" Target="../media/image75.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3.xml"/><Relationship Id="rId4" Type="http://schemas.openxmlformats.org/officeDocument/2006/relationships/image" Target="../media/image76.jpg"/></Relationships>
</file>

<file path=ppt/slides/_rels/slide14.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20.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C1515"/>
        </a:solidFill>
        <a:effectLst/>
      </p:bgPr>
    </p:bg>
    <p:spTree>
      <p:nvGrpSpPr>
        <p:cNvPr id="1" name="Shape 212"/>
        <p:cNvGrpSpPr/>
        <p:nvPr/>
      </p:nvGrpSpPr>
      <p:grpSpPr>
        <a:xfrm>
          <a:off x="0" y="0"/>
          <a:ext cx="0" cy="0"/>
          <a:chOff x="0" y="0"/>
          <a:chExt cx="0" cy="0"/>
        </a:xfrm>
      </p:grpSpPr>
      <p:pic>
        <p:nvPicPr>
          <p:cNvPr id="213" name="Google Shape;213;p43"/>
          <p:cNvPicPr preferRelativeResize="0"/>
          <p:nvPr/>
        </p:nvPicPr>
        <p:blipFill rotWithShape="1">
          <a:blip r:embed="rId3">
            <a:alphaModFix/>
          </a:blip>
          <a:srcRect l="12624" t="589" r="38177" b="26619"/>
          <a:stretch/>
        </p:blipFill>
        <p:spPr>
          <a:xfrm>
            <a:off x="3927925" y="0"/>
            <a:ext cx="5216077" cy="5143501"/>
          </a:xfrm>
          <a:prstGeom prst="rect">
            <a:avLst/>
          </a:prstGeom>
          <a:noFill/>
          <a:ln>
            <a:noFill/>
          </a:ln>
        </p:spPr>
      </p:pic>
      <p:sp>
        <p:nvSpPr>
          <p:cNvPr id="214" name="Google Shape;214;p43"/>
          <p:cNvSpPr txBox="1"/>
          <p:nvPr/>
        </p:nvSpPr>
        <p:spPr>
          <a:xfrm>
            <a:off x="379400" y="1507475"/>
            <a:ext cx="3908100" cy="261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800" dirty="0">
                <a:solidFill>
                  <a:srgbClr val="FFFFFF"/>
                </a:solidFill>
                <a:latin typeface="Roboto Black"/>
                <a:ea typeface="Roboto Black"/>
                <a:cs typeface="Roboto Black"/>
                <a:sym typeface="Roboto Black"/>
              </a:rPr>
              <a:t>Presentation </a:t>
            </a:r>
            <a:endParaRPr sz="3800" dirty="0">
              <a:solidFill>
                <a:srgbClr val="FFFFFF"/>
              </a:solidFill>
              <a:latin typeface="Roboto Black"/>
              <a:ea typeface="Roboto Black"/>
              <a:cs typeface="Roboto Black"/>
              <a:sym typeface="Roboto Black"/>
            </a:endParaRPr>
          </a:p>
          <a:p>
            <a:pPr marL="0" lvl="0" indent="0" algn="l" rtl="0">
              <a:spcBef>
                <a:spcPts val="0"/>
              </a:spcBef>
              <a:spcAft>
                <a:spcPts val="0"/>
              </a:spcAft>
              <a:buNone/>
            </a:pPr>
            <a:r>
              <a:rPr lang="en" sz="3800" dirty="0">
                <a:solidFill>
                  <a:srgbClr val="FFFFFF"/>
                </a:solidFill>
                <a:latin typeface="Roboto Black"/>
                <a:ea typeface="Roboto Black"/>
                <a:cs typeface="Roboto Black"/>
                <a:sym typeface="Roboto Black"/>
              </a:rPr>
              <a:t>Title</a:t>
            </a:r>
            <a:endParaRPr sz="3800" dirty="0">
              <a:solidFill>
                <a:srgbClr val="FFFFFF"/>
              </a:solidFill>
              <a:latin typeface="Roboto Black"/>
              <a:ea typeface="Roboto Black"/>
              <a:cs typeface="Roboto Black"/>
              <a:sym typeface="Roboto Black"/>
            </a:endParaRPr>
          </a:p>
          <a:p>
            <a:pPr marL="0" lvl="0" indent="0" algn="l" rtl="0">
              <a:spcBef>
                <a:spcPts val="0"/>
              </a:spcBef>
              <a:spcAft>
                <a:spcPts val="0"/>
              </a:spcAft>
              <a:buNone/>
            </a:pPr>
            <a:endParaRPr sz="2700" b="1" dirty="0">
              <a:solidFill>
                <a:srgbClr val="FFFFFF"/>
              </a:solidFill>
              <a:latin typeface="Source Sans Pro"/>
              <a:ea typeface="Source Sans Pro"/>
              <a:cs typeface="Source Sans Pro"/>
              <a:sym typeface="Source Sans Pro"/>
            </a:endParaRPr>
          </a:p>
          <a:p>
            <a:pPr marL="0" lvl="0" indent="0" algn="l" rtl="0">
              <a:spcBef>
                <a:spcPts val="1000"/>
              </a:spcBef>
              <a:spcAft>
                <a:spcPts val="0"/>
              </a:spcAft>
              <a:buNone/>
            </a:pPr>
            <a:r>
              <a:rPr lang="en" sz="2100" dirty="0">
                <a:solidFill>
                  <a:srgbClr val="F4F4F4"/>
                </a:solidFill>
                <a:latin typeface="Source Sans Pro"/>
                <a:ea typeface="Source Sans Pro"/>
                <a:cs typeface="Source Sans Pro"/>
                <a:sym typeface="Source Sans Pro"/>
              </a:rPr>
              <a:t>Subtitle</a:t>
            </a:r>
            <a:endParaRPr sz="2100" dirty="0">
              <a:solidFill>
                <a:srgbClr val="F4F4F4"/>
              </a:solidFill>
              <a:latin typeface="Source Sans Pro"/>
              <a:ea typeface="Source Sans Pro"/>
              <a:cs typeface="Source Sans Pro"/>
              <a:sym typeface="Source Sans Pro"/>
            </a:endParaRPr>
          </a:p>
          <a:p>
            <a:pPr marL="0" lvl="0" indent="0" algn="l" rtl="0">
              <a:spcBef>
                <a:spcPts val="1000"/>
              </a:spcBef>
              <a:spcAft>
                <a:spcPts val="1000"/>
              </a:spcAft>
              <a:buNone/>
            </a:pPr>
            <a:r>
              <a:rPr lang="en" sz="1700" i="1" dirty="0">
                <a:solidFill>
                  <a:srgbClr val="F4F4F4"/>
                </a:solidFill>
                <a:latin typeface="Georgia"/>
                <a:ea typeface="Georgia"/>
                <a:cs typeface="Georgia"/>
                <a:sym typeface="Georgia"/>
              </a:rPr>
              <a:t>Month Day Year</a:t>
            </a:r>
            <a:endParaRPr sz="2400" b="1" i="1" dirty="0">
              <a:solidFill>
                <a:srgbClr val="F4F4F4"/>
              </a:solidFill>
              <a:latin typeface="Georgia"/>
              <a:ea typeface="Georgia"/>
              <a:cs typeface="Georgia"/>
              <a:sym typeface="Georgia"/>
            </a:endParaRPr>
          </a:p>
        </p:txBody>
      </p:sp>
      <p:sp>
        <p:nvSpPr>
          <p:cNvPr id="215" name="Google Shape;215;p43"/>
          <p:cNvSpPr/>
          <p:nvPr/>
        </p:nvSpPr>
        <p:spPr>
          <a:xfrm>
            <a:off x="10575" y="842425"/>
            <a:ext cx="3917400" cy="38700"/>
          </a:xfrm>
          <a:prstGeom prst="rect">
            <a:avLst/>
          </a:prstGeom>
          <a:gradFill>
            <a:gsLst>
              <a:gs pos="0">
                <a:srgbClr val="007C92"/>
              </a:gs>
              <a:gs pos="37000">
                <a:srgbClr val="620059"/>
              </a:gs>
              <a:gs pos="71000">
                <a:srgbClr val="A72A1E"/>
              </a:gs>
              <a:gs pos="100000">
                <a:srgbClr val="D1660F"/>
              </a:gs>
            </a:gsLst>
            <a:lin ang="2700006"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16" name="Google Shape;216;p43" title="University-IT_wordmark_horizontal_white.png"/>
          <p:cNvPicPr preferRelativeResize="0"/>
          <p:nvPr/>
        </p:nvPicPr>
        <p:blipFill>
          <a:blip r:embed="rId4">
            <a:alphaModFix/>
          </a:blip>
          <a:stretch>
            <a:fillRect/>
          </a:stretch>
        </p:blipFill>
        <p:spPr>
          <a:xfrm>
            <a:off x="515775" y="108600"/>
            <a:ext cx="2906999" cy="651800"/>
          </a:xfrm>
          <a:prstGeom prst="rect">
            <a:avLst/>
          </a:prstGeom>
          <a:noFill/>
          <a:ln>
            <a:noFill/>
          </a:ln>
        </p:spPr>
      </p:pic>
      <p:sp>
        <p:nvSpPr>
          <p:cNvPr id="217" name="Google Shape;217;p43"/>
          <p:cNvSpPr/>
          <p:nvPr/>
        </p:nvSpPr>
        <p:spPr>
          <a:xfrm>
            <a:off x="3927975" y="0"/>
            <a:ext cx="5216100" cy="5143500"/>
          </a:xfrm>
          <a:prstGeom prst="rect">
            <a:avLst/>
          </a:prstGeom>
          <a:solidFill>
            <a:srgbClr val="000000">
              <a:alpha val="487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libri"/>
                <a:ea typeface="Calibri"/>
                <a:cs typeface="Calibri"/>
                <a:sym typeface="Calibri"/>
              </a:rPr>
              <a:t>Place your image here</a:t>
            </a:r>
            <a:endParaRPr>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44"/>
          <p:cNvSpPr/>
          <p:nvPr/>
        </p:nvSpPr>
        <p:spPr>
          <a:xfrm rot="10800000" flipH="1">
            <a:off x="7225" y="1350575"/>
            <a:ext cx="9136800" cy="3808800"/>
          </a:xfrm>
          <a:prstGeom prst="rect">
            <a:avLst/>
          </a:prstGeom>
          <a:solidFill>
            <a:srgbClr val="E7E6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23" name="Google Shape;223;p44"/>
          <p:cNvSpPr txBox="1"/>
          <p:nvPr/>
        </p:nvSpPr>
        <p:spPr>
          <a:xfrm>
            <a:off x="304800" y="308525"/>
            <a:ext cx="30000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800" i="1">
                <a:solidFill>
                  <a:srgbClr val="595959"/>
                </a:solidFill>
                <a:latin typeface="Georgia"/>
                <a:ea typeface="Georgia"/>
                <a:cs typeface="Georgia"/>
                <a:sym typeface="Georgia"/>
              </a:rPr>
              <a:t>Instructions</a:t>
            </a:r>
            <a:endParaRPr sz="2700" i="1">
              <a:solidFill>
                <a:srgbClr val="595959"/>
              </a:solidFill>
              <a:latin typeface="Georgia"/>
              <a:ea typeface="Georgia"/>
              <a:cs typeface="Georgia"/>
              <a:sym typeface="Georgia"/>
            </a:endParaRPr>
          </a:p>
        </p:txBody>
      </p:sp>
      <p:sp>
        <p:nvSpPr>
          <p:cNvPr id="224" name="Google Shape;224;p44"/>
          <p:cNvSpPr txBox="1">
            <a:spLocks noGrp="1"/>
          </p:cNvSpPr>
          <p:nvPr>
            <p:ph type="body" idx="4294967295"/>
          </p:nvPr>
        </p:nvSpPr>
        <p:spPr>
          <a:xfrm>
            <a:off x="407975" y="1334751"/>
            <a:ext cx="8503800" cy="2414700"/>
          </a:xfrm>
          <a:prstGeom prst="rect">
            <a:avLst/>
          </a:prstGeom>
          <a:noFill/>
          <a:ln>
            <a:noFill/>
          </a:ln>
        </p:spPr>
        <p:txBody>
          <a:bodyPr spcFirstLastPara="1" wrap="square" lIns="0" tIns="182875" rIns="0" bIns="45700" anchor="t" anchorCtr="0">
            <a:noAutofit/>
          </a:bodyPr>
          <a:lstStyle/>
          <a:p>
            <a:pPr marL="0" lvl="0" indent="0" algn="l" rtl="0">
              <a:lnSpc>
                <a:spcPct val="120000"/>
              </a:lnSpc>
              <a:spcBef>
                <a:spcPts val="0"/>
              </a:spcBef>
              <a:spcAft>
                <a:spcPts val="0"/>
              </a:spcAft>
              <a:buClr>
                <a:schemeClr val="dk2"/>
              </a:buClr>
              <a:buSzPts val="1800"/>
              <a:buNone/>
            </a:pPr>
            <a:r>
              <a:rPr lang="en" sz="1400" b="1" dirty="0">
                <a:latin typeface="Source Sans Pro"/>
                <a:ea typeface="Source Sans Pro"/>
                <a:cs typeface="Source Sans Pro"/>
                <a:sym typeface="Source Sans Pro"/>
              </a:rPr>
              <a:t>Fonts: </a:t>
            </a:r>
            <a:r>
              <a:rPr lang="en" sz="1400" dirty="0">
                <a:latin typeface="Source Sans Pro"/>
                <a:ea typeface="Source Sans Pro"/>
                <a:cs typeface="Source Sans Pro"/>
                <a:sym typeface="Source Sans Pro"/>
              </a:rPr>
              <a:t>This presentation deck may utilize </a:t>
            </a:r>
            <a:r>
              <a:rPr lang="en" sz="1400" u="sng" dirty="0">
                <a:solidFill>
                  <a:schemeClr val="hlink"/>
                </a:solidFill>
                <a:latin typeface="Source Sans Pro"/>
                <a:ea typeface="Source Sans Pro"/>
                <a:cs typeface="Source Sans Pro"/>
                <a:sym typeface="Source Sans Pro"/>
                <a:hlinkClick r:id="rId3"/>
              </a:rPr>
              <a:t>system fonts</a:t>
            </a:r>
            <a:r>
              <a:rPr lang="en" sz="1400" dirty="0">
                <a:latin typeface="Source Sans Pro"/>
                <a:ea typeface="Source Sans Pro"/>
                <a:cs typeface="Source Sans Pro"/>
                <a:sym typeface="Source Sans Pro"/>
              </a:rPr>
              <a:t> for easier collaboration with multiple people and/or sharing templates. For a polished look, do not add other fonts.</a:t>
            </a:r>
            <a:endParaRPr sz="1900" dirty="0">
              <a:latin typeface="Source Sans Pro"/>
              <a:ea typeface="Source Sans Pro"/>
              <a:cs typeface="Source Sans Pro"/>
              <a:sym typeface="Source Sans Pro"/>
            </a:endParaRPr>
          </a:p>
          <a:p>
            <a:pPr marL="171450" lvl="0" indent="-146050" algn="l" rtl="0">
              <a:lnSpc>
                <a:spcPct val="120000"/>
              </a:lnSpc>
              <a:spcBef>
                <a:spcPts val="300"/>
              </a:spcBef>
              <a:spcAft>
                <a:spcPts val="0"/>
              </a:spcAft>
              <a:buClr>
                <a:schemeClr val="dk2"/>
              </a:buClr>
              <a:buSzPts val="1400"/>
              <a:buChar char="•"/>
            </a:pPr>
            <a:r>
              <a:rPr lang="en" sz="1400" b="1" dirty="0">
                <a:latin typeface="Source Sans Pro"/>
                <a:ea typeface="Source Sans Pro"/>
                <a:cs typeface="Source Sans Pro"/>
                <a:sym typeface="Source Sans Pro"/>
              </a:rPr>
              <a:t>Source Sans Pro: </a:t>
            </a:r>
            <a:r>
              <a:rPr lang="en" sz="1400" dirty="0">
                <a:latin typeface="Source Sans Pro"/>
                <a:ea typeface="Source Sans Pro"/>
                <a:cs typeface="Source Sans Pro"/>
                <a:sym typeface="Source Sans Pro"/>
              </a:rPr>
              <a:t>body copy (Calibri and </a:t>
            </a:r>
            <a:r>
              <a:rPr lang="en" sz="1400">
                <a:latin typeface="Source Sans Pro"/>
                <a:ea typeface="Source Sans Pro"/>
                <a:cs typeface="Source Sans Pro"/>
                <a:sym typeface="Source Sans Pro"/>
              </a:rPr>
              <a:t>Roboto are alternatives </a:t>
            </a:r>
            <a:r>
              <a:rPr lang="en" sz="1400" dirty="0">
                <a:latin typeface="Source Sans Pro"/>
                <a:ea typeface="Source Sans Pro"/>
                <a:cs typeface="Source Sans Pro"/>
                <a:sym typeface="Source Sans Pro"/>
              </a:rPr>
              <a:t>if you do not have Source Sans Pro)</a:t>
            </a:r>
            <a:endParaRPr sz="1900" dirty="0">
              <a:latin typeface="Source Sans Pro"/>
              <a:ea typeface="Source Sans Pro"/>
              <a:cs typeface="Source Sans Pro"/>
              <a:sym typeface="Source Sans Pro"/>
            </a:endParaRPr>
          </a:p>
          <a:p>
            <a:pPr marL="171450" lvl="0" indent="-146050" algn="l" rtl="0">
              <a:lnSpc>
                <a:spcPct val="120000"/>
              </a:lnSpc>
              <a:spcBef>
                <a:spcPts val="300"/>
              </a:spcBef>
              <a:spcAft>
                <a:spcPts val="0"/>
              </a:spcAft>
              <a:buClr>
                <a:schemeClr val="dk2"/>
              </a:buClr>
              <a:buSzPts val="1400"/>
              <a:buChar char="•"/>
            </a:pPr>
            <a:r>
              <a:rPr lang="en" sz="1400" b="1" dirty="0">
                <a:latin typeface="Source Sans Pro"/>
                <a:ea typeface="Source Sans Pro"/>
                <a:cs typeface="Source Sans Pro"/>
                <a:sym typeface="Source Sans Pro"/>
              </a:rPr>
              <a:t>Georgia: </a:t>
            </a:r>
            <a:r>
              <a:rPr lang="en" sz="1400" dirty="0">
                <a:latin typeface="Source Sans Pro"/>
                <a:ea typeface="Source Sans Pro"/>
                <a:cs typeface="Source Sans Pro"/>
                <a:sym typeface="Source Sans Pro"/>
              </a:rPr>
              <a:t>headlines</a:t>
            </a:r>
            <a:endParaRPr sz="1900" dirty="0">
              <a:latin typeface="Source Sans Pro"/>
              <a:ea typeface="Source Sans Pro"/>
              <a:cs typeface="Source Sans Pro"/>
              <a:sym typeface="Source Sans Pro"/>
            </a:endParaRPr>
          </a:p>
          <a:p>
            <a:pPr marL="0" lvl="0" indent="0" algn="l" rtl="0">
              <a:lnSpc>
                <a:spcPct val="120000"/>
              </a:lnSpc>
              <a:spcBef>
                <a:spcPts val="1350"/>
              </a:spcBef>
              <a:spcAft>
                <a:spcPts val="0"/>
              </a:spcAft>
              <a:buClr>
                <a:schemeClr val="dk2"/>
              </a:buClr>
              <a:buSzPts val="1800"/>
              <a:buNone/>
            </a:pPr>
            <a:r>
              <a:rPr lang="en" sz="1400" b="1" dirty="0">
                <a:latin typeface="Source Sans Pro"/>
                <a:ea typeface="Source Sans Pro"/>
                <a:cs typeface="Source Sans Pro"/>
                <a:sym typeface="Source Sans Pro"/>
              </a:rPr>
              <a:t>Colors: </a:t>
            </a:r>
            <a:r>
              <a:rPr lang="en" sz="1400" dirty="0">
                <a:latin typeface="Source Sans Pro"/>
                <a:ea typeface="Source Sans Pro"/>
                <a:cs typeface="Source Sans Pro"/>
                <a:sym typeface="Source Sans Pro"/>
              </a:rPr>
              <a:t>Please utilize the predetermined color palette within this document to align with </a:t>
            </a:r>
            <a:r>
              <a:rPr lang="en" sz="1400" u="sng" dirty="0">
                <a:solidFill>
                  <a:schemeClr val="hlink"/>
                </a:solidFill>
                <a:latin typeface="Source Sans Pro"/>
                <a:ea typeface="Source Sans Pro"/>
                <a:cs typeface="Source Sans Pro"/>
                <a:sym typeface="Source Sans Pro"/>
                <a:hlinkClick r:id="rId4"/>
              </a:rPr>
              <a:t>Stanford University brand standards</a:t>
            </a:r>
            <a:r>
              <a:rPr lang="en" sz="1400" dirty="0">
                <a:latin typeface="Source Sans Pro"/>
                <a:ea typeface="Source Sans Pro"/>
                <a:cs typeface="Source Sans Pro"/>
                <a:sym typeface="Source Sans Pro"/>
              </a:rPr>
              <a:t>. Avoid the addition of colors to the document.</a:t>
            </a:r>
            <a:endParaRPr sz="1400" dirty="0">
              <a:latin typeface="Source Sans Pro"/>
              <a:ea typeface="Source Sans Pro"/>
              <a:cs typeface="Source Sans Pro"/>
              <a:sym typeface="Source Sans Pro"/>
            </a:endParaRPr>
          </a:p>
          <a:p>
            <a:pPr marL="171450" lvl="0" indent="-146050" algn="l" rtl="0">
              <a:lnSpc>
                <a:spcPct val="120000"/>
              </a:lnSpc>
              <a:spcBef>
                <a:spcPts val="300"/>
              </a:spcBef>
              <a:spcAft>
                <a:spcPts val="0"/>
              </a:spcAft>
              <a:buSzPts val="1400"/>
              <a:buChar char="•"/>
            </a:pPr>
            <a:r>
              <a:rPr lang="en" sz="1400" dirty="0">
                <a:latin typeface="Source Sans Pro"/>
                <a:ea typeface="Source Sans Pro"/>
                <a:cs typeface="Source Sans Pro"/>
                <a:sym typeface="Source Sans Pro"/>
              </a:rPr>
              <a:t>To find the colors below, click on the box below. In the toolbar above, you can see which color is selected as the fill color (the paint bucket icon)</a:t>
            </a:r>
            <a:endParaRPr sz="1400" dirty="0">
              <a:latin typeface="Source Sans Pro"/>
              <a:ea typeface="Source Sans Pro"/>
              <a:cs typeface="Source Sans Pro"/>
              <a:sym typeface="Source Sans Pro"/>
            </a:endParaRPr>
          </a:p>
        </p:txBody>
      </p:sp>
      <p:sp>
        <p:nvSpPr>
          <p:cNvPr id="225" name="Google Shape;225;p44"/>
          <p:cNvSpPr/>
          <p:nvPr/>
        </p:nvSpPr>
        <p:spPr>
          <a:xfrm>
            <a:off x="320040" y="4087767"/>
            <a:ext cx="548700" cy="4938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6" name="Google Shape;226;p44"/>
          <p:cNvSpPr/>
          <p:nvPr/>
        </p:nvSpPr>
        <p:spPr>
          <a:xfrm>
            <a:off x="1194182" y="4087767"/>
            <a:ext cx="548700" cy="493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2"/>
              </a:solidFill>
              <a:latin typeface="Calibri"/>
              <a:ea typeface="Calibri"/>
              <a:cs typeface="Calibri"/>
              <a:sym typeface="Calibri"/>
            </a:endParaRPr>
          </a:p>
        </p:txBody>
      </p:sp>
      <p:sp>
        <p:nvSpPr>
          <p:cNvPr id="227" name="Google Shape;227;p44"/>
          <p:cNvSpPr/>
          <p:nvPr/>
        </p:nvSpPr>
        <p:spPr>
          <a:xfrm>
            <a:off x="3907706" y="4087767"/>
            <a:ext cx="548700" cy="493800"/>
          </a:xfrm>
          <a:prstGeom prst="rect">
            <a:avLst/>
          </a:prstGeom>
          <a:solidFill>
            <a:srgbClr val="A72A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2"/>
              </a:solidFill>
              <a:latin typeface="Calibri"/>
              <a:ea typeface="Calibri"/>
              <a:cs typeface="Calibri"/>
              <a:sym typeface="Calibri"/>
            </a:endParaRPr>
          </a:p>
        </p:txBody>
      </p:sp>
      <p:sp>
        <p:nvSpPr>
          <p:cNvPr id="228" name="Google Shape;228;p44"/>
          <p:cNvSpPr/>
          <p:nvPr/>
        </p:nvSpPr>
        <p:spPr>
          <a:xfrm>
            <a:off x="2068305" y="4087767"/>
            <a:ext cx="548700" cy="493800"/>
          </a:xfrm>
          <a:prstGeom prst="rect">
            <a:avLst/>
          </a:prstGeom>
          <a:solidFill>
            <a:srgbClr val="007C9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4"/>
              </a:solidFill>
              <a:latin typeface="Calibri"/>
              <a:ea typeface="Calibri"/>
              <a:cs typeface="Calibri"/>
              <a:sym typeface="Calibri"/>
            </a:endParaRPr>
          </a:p>
        </p:txBody>
      </p:sp>
      <p:sp>
        <p:nvSpPr>
          <p:cNvPr id="229" name="Google Shape;229;p44"/>
          <p:cNvSpPr/>
          <p:nvPr/>
        </p:nvSpPr>
        <p:spPr>
          <a:xfrm>
            <a:off x="4778842" y="4087767"/>
            <a:ext cx="548700" cy="493800"/>
          </a:xfrm>
          <a:prstGeom prst="rect">
            <a:avLst/>
          </a:prstGeom>
          <a:solidFill>
            <a:srgbClr val="CB5D1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4"/>
              </a:solidFill>
              <a:latin typeface="Calibri"/>
              <a:ea typeface="Calibri"/>
              <a:cs typeface="Calibri"/>
              <a:sym typeface="Calibri"/>
            </a:endParaRPr>
          </a:p>
        </p:txBody>
      </p:sp>
      <p:sp>
        <p:nvSpPr>
          <p:cNvPr id="230" name="Google Shape;230;p44"/>
          <p:cNvSpPr/>
          <p:nvPr/>
        </p:nvSpPr>
        <p:spPr>
          <a:xfrm>
            <a:off x="2987992" y="4087767"/>
            <a:ext cx="548700" cy="4938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4"/>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5"/>
          <p:cNvSpPr/>
          <p:nvPr/>
        </p:nvSpPr>
        <p:spPr>
          <a:xfrm rot="10800000" flipH="1">
            <a:off x="4581275" y="-25"/>
            <a:ext cx="4562700" cy="5159400"/>
          </a:xfrm>
          <a:prstGeom prst="rect">
            <a:avLst/>
          </a:prstGeom>
          <a:solidFill>
            <a:srgbClr val="8C151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6" name="Google Shape;236;p45"/>
          <p:cNvSpPr txBox="1">
            <a:spLocks noGrp="1"/>
          </p:cNvSpPr>
          <p:nvPr>
            <p:ph type="title" idx="4294967295"/>
          </p:nvPr>
        </p:nvSpPr>
        <p:spPr>
          <a:xfrm>
            <a:off x="320040" y="273844"/>
            <a:ext cx="1417500" cy="823500"/>
          </a:xfrm>
          <a:prstGeom prst="rect">
            <a:avLst/>
          </a:prstGeom>
          <a:noFill/>
          <a:ln>
            <a:noFill/>
          </a:ln>
        </p:spPr>
        <p:txBody>
          <a:bodyPr spcFirstLastPara="1" wrap="square" lIns="0" tIns="45700" rIns="0" bIns="45700" anchor="ctr" anchorCtr="0">
            <a:normAutofit/>
          </a:bodyPr>
          <a:lstStyle/>
          <a:p>
            <a:pPr marL="0" lvl="0" indent="0" algn="l" rtl="0">
              <a:lnSpc>
                <a:spcPct val="100000"/>
              </a:lnSpc>
              <a:spcBef>
                <a:spcPts val="0"/>
              </a:spcBef>
              <a:spcAft>
                <a:spcPts val="0"/>
              </a:spcAft>
              <a:buNone/>
            </a:pPr>
            <a:r>
              <a:rPr lang="en" sz="3400" i="1">
                <a:solidFill>
                  <a:srgbClr val="595959"/>
                </a:solidFill>
              </a:rPr>
              <a:t>Icons</a:t>
            </a:r>
            <a:endParaRPr sz="3300"/>
          </a:p>
        </p:txBody>
      </p:sp>
      <p:sp>
        <p:nvSpPr>
          <p:cNvPr id="237" name="Google Shape;237;p45"/>
          <p:cNvSpPr/>
          <p:nvPr/>
        </p:nvSpPr>
        <p:spPr>
          <a:xfrm>
            <a:off x="4572000" y="0"/>
            <a:ext cx="4572000" cy="5143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8" name="Google Shape;238;p45" descr="Cycling with solid fill"/>
          <p:cNvPicPr preferRelativeResize="0"/>
          <p:nvPr/>
        </p:nvPicPr>
        <p:blipFill rotWithShape="1">
          <a:blip r:embed="rId3">
            <a:alphaModFix/>
          </a:blip>
          <a:srcRect/>
          <a:stretch/>
        </p:blipFill>
        <p:spPr>
          <a:xfrm>
            <a:off x="320682" y="1546447"/>
            <a:ext cx="411480" cy="411480"/>
          </a:xfrm>
          <a:prstGeom prst="rect">
            <a:avLst/>
          </a:prstGeom>
          <a:noFill/>
          <a:ln>
            <a:noFill/>
          </a:ln>
        </p:spPr>
      </p:pic>
      <p:pic>
        <p:nvPicPr>
          <p:cNvPr id="239" name="Google Shape;239;p45" descr="Chat with solid fill"/>
          <p:cNvPicPr preferRelativeResize="0"/>
          <p:nvPr/>
        </p:nvPicPr>
        <p:blipFill rotWithShape="1">
          <a:blip r:embed="rId4">
            <a:alphaModFix/>
          </a:blip>
          <a:srcRect/>
          <a:stretch/>
        </p:blipFill>
        <p:spPr>
          <a:xfrm>
            <a:off x="1179101" y="1546447"/>
            <a:ext cx="411480" cy="411480"/>
          </a:xfrm>
          <a:prstGeom prst="rect">
            <a:avLst/>
          </a:prstGeom>
          <a:noFill/>
          <a:ln>
            <a:noFill/>
          </a:ln>
        </p:spPr>
      </p:pic>
      <p:pic>
        <p:nvPicPr>
          <p:cNvPr id="240" name="Google Shape;240;p45" descr="Globe with solid fill"/>
          <p:cNvPicPr preferRelativeResize="0"/>
          <p:nvPr/>
        </p:nvPicPr>
        <p:blipFill rotWithShape="1">
          <a:blip r:embed="rId5">
            <a:alphaModFix/>
          </a:blip>
          <a:srcRect/>
          <a:stretch/>
        </p:blipFill>
        <p:spPr>
          <a:xfrm>
            <a:off x="2037520" y="1546447"/>
            <a:ext cx="411480" cy="411480"/>
          </a:xfrm>
          <a:prstGeom prst="rect">
            <a:avLst/>
          </a:prstGeom>
          <a:noFill/>
          <a:ln>
            <a:noFill/>
          </a:ln>
        </p:spPr>
      </p:pic>
      <p:pic>
        <p:nvPicPr>
          <p:cNvPr id="241" name="Google Shape;241;p45" descr="Airplane with solid fill"/>
          <p:cNvPicPr preferRelativeResize="0"/>
          <p:nvPr/>
        </p:nvPicPr>
        <p:blipFill rotWithShape="1">
          <a:blip r:embed="rId6">
            <a:alphaModFix/>
          </a:blip>
          <a:srcRect/>
          <a:stretch/>
        </p:blipFill>
        <p:spPr>
          <a:xfrm>
            <a:off x="2896580" y="1546447"/>
            <a:ext cx="411480" cy="411480"/>
          </a:xfrm>
          <a:prstGeom prst="rect">
            <a:avLst/>
          </a:prstGeom>
          <a:noFill/>
          <a:ln>
            <a:noFill/>
          </a:ln>
        </p:spPr>
      </p:pic>
      <p:pic>
        <p:nvPicPr>
          <p:cNvPr id="242" name="Google Shape;242;p45" descr="Home with solid fill"/>
          <p:cNvPicPr preferRelativeResize="0"/>
          <p:nvPr/>
        </p:nvPicPr>
        <p:blipFill rotWithShape="1">
          <a:blip r:embed="rId7">
            <a:alphaModFix/>
          </a:blip>
          <a:srcRect/>
          <a:stretch/>
        </p:blipFill>
        <p:spPr>
          <a:xfrm>
            <a:off x="3755001" y="1546447"/>
            <a:ext cx="411480" cy="411480"/>
          </a:xfrm>
          <a:prstGeom prst="rect">
            <a:avLst/>
          </a:prstGeom>
          <a:noFill/>
          <a:ln>
            <a:noFill/>
          </a:ln>
        </p:spPr>
      </p:pic>
      <p:pic>
        <p:nvPicPr>
          <p:cNvPr id="243" name="Google Shape;243;p45" descr="Books with solid fill"/>
          <p:cNvPicPr preferRelativeResize="0"/>
          <p:nvPr/>
        </p:nvPicPr>
        <p:blipFill rotWithShape="1">
          <a:blip r:embed="rId8">
            <a:alphaModFix/>
          </a:blip>
          <a:srcRect/>
          <a:stretch/>
        </p:blipFill>
        <p:spPr>
          <a:xfrm>
            <a:off x="320041" y="2101905"/>
            <a:ext cx="411480" cy="411480"/>
          </a:xfrm>
          <a:prstGeom prst="rect">
            <a:avLst/>
          </a:prstGeom>
          <a:noFill/>
          <a:ln>
            <a:noFill/>
          </a:ln>
        </p:spPr>
      </p:pic>
      <p:pic>
        <p:nvPicPr>
          <p:cNvPr id="244" name="Google Shape;244;p45" descr="Bus with solid fill"/>
          <p:cNvPicPr preferRelativeResize="0"/>
          <p:nvPr/>
        </p:nvPicPr>
        <p:blipFill rotWithShape="1">
          <a:blip r:embed="rId9">
            <a:alphaModFix/>
          </a:blip>
          <a:srcRect/>
          <a:stretch/>
        </p:blipFill>
        <p:spPr>
          <a:xfrm>
            <a:off x="320682" y="2631578"/>
            <a:ext cx="411480" cy="411480"/>
          </a:xfrm>
          <a:prstGeom prst="rect">
            <a:avLst/>
          </a:prstGeom>
          <a:noFill/>
          <a:ln>
            <a:noFill/>
          </a:ln>
        </p:spPr>
      </p:pic>
      <p:pic>
        <p:nvPicPr>
          <p:cNvPr id="245" name="Google Shape;245;p45" descr="City with solid fill"/>
          <p:cNvPicPr preferRelativeResize="0"/>
          <p:nvPr/>
        </p:nvPicPr>
        <p:blipFill rotWithShape="1">
          <a:blip r:embed="rId10">
            <a:alphaModFix/>
          </a:blip>
          <a:srcRect/>
          <a:stretch/>
        </p:blipFill>
        <p:spPr>
          <a:xfrm>
            <a:off x="320040" y="3243344"/>
            <a:ext cx="411480" cy="411480"/>
          </a:xfrm>
          <a:prstGeom prst="rect">
            <a:avLst/>
          </a:prstGeom>
          <a:noFill/>
          <a:ln>
            <a:noFill/>
          </a:ln>
        </p:spPr>
      </p:pic>
      <p:pic>
        <p:nvPicPr>
          <p:cNvPr id="246" name="Google Shape;246;p45" descr="Car with solid fill"/>
          <p:cNvPicPr preferRelativeResize="0"/>
          <p:nvPr/>
        </p:nvPicPr>
        <p:blipFill rotWithShape="1">
          <a:blip r:embed="rId11">
            <a:alphaModFix/>
          </a:blip>
          <a:srcRect/>
          <a:stretch/>
        </p:blipFill>
        <p:spPr>
          <a:xfrm>
            <a:off x="332377" y="3906616"/>
            <a:ext cx="411480" cy="411480"/>
          </a:xfrm>
          <a:prstGeom prst="rect">
            <a:avLst/>
          </a:prstGeom>
          <a:noFill/>
          <a:ln>
            <a:noFill/>
          </a:ln>
        </p:spPr>
      </p:pic>
      <p:pic>
        <p:nvPicPr>
          <p:cNvPr id="247" name="Google Shape;247;p45" descr="Receiver with solid fill"/>
          <p:cNvPicPr preferRelativeResize="0"/>
          <p:nvPr/>
        </p:nvPicPr>
        <p:blipFill rotWithShape="1">
          <a:blip r:embed="rId12">
            <a:alphaModFix/>
          </a:blip>
          <a:srcRect/>
          <a:stretch/>
        </p:blipFill>
        <p:spPr>
          <a:xfrm>
            <a:off x="1185374" y="3906616"/>
            <a:ext cx="411480" cy="411480"/>
          </a:xfrm>
          <a:prstGeom prst="rect">
            <a:avLst/>
          </a:prstGeom>
          <a:noFill/>
          <a:ln>
            <a:noFill/>
          </a:ln>
        </p:spPr>
      </p:pic>
      <p:pic>
        <p:nvPicPr>
          <p:cNvPr id="248" name="Google Shape;248;p45" descr="Leaf with solid fill"/>
          <p:cNvPicPr preferRelativeResize="0"/>
          <p:nvPr/>
        </p:nvPicPr>
        <p:blipFill rotWithShape="1">
          <a:blip r:embed="rId13">
            <a:alphaModFix/>
          </a:blip>
          <a:srcRect/>
          <a:stretch/>
        </p:blipFill>
        <p:spPr>
          <a:xfrm>
            <a:off x="2038371" y="3906616"/>
            <a:ext cx="411480" cy="411480"/>
          </a:xfrm>
          <a:prstGeom prst="rect">
            <a:avLst/>
          </a:prstGeom>
          <a:noFill/>
          <a:ln>
            <a:noFill/>
          </a:ln>
        </p:spPr>
      </p:pic>
      <p:pic>
        <p:nvPicPr>
          <p:cNvPr id="249" name="Google Shape;249;p45" descr="Beaker with solid fill"/>
          <p:cNvPicPr preferRelativeResize="0"/>
          <p:nvPr/>
        </p:nvPicPr>
        <p:blipFill rotWithShape="1">
          <a:blip r:embed="rId14">
            <a:alphaModFix/>
          </a:blip>
          <a:srcRect/>
          <a:stretch/>
        </p:blipFill>
        <p:spPr>
          <a:xfrm>
            <a:off x="2891368" y="3906616"/>
            <a:ext cx="411480" cy="411480"/>
          </a:xfrm>
          <a:prstGeom prst="rect">
            <a:avLst/>
          </a:prstGeom>
          <a:noFill/>
          <a:ln>
            <a:noFill/>
          </a:ln>
        </p:spPr>
      </p:pic>
      <p:pic>
        <p:nvPicPr>
          <p:cNvPr id="250" name="Google Shape;250;p45" descr="Pie chart with solid fill"/>
          <p:cNvPicPr preferRelativeResize="0"/>
          <p:nvPr/>
        </p:nvPicPr>
        <p:blipFill rotWithShape="1">
          <a:blip r:embed="rId15">
            <a:alphaModFix/>
          </a:blip>
          <a:srcRect/>
          <a:stretch/>
        </p:blipFill>
        <p:spPr>
          <a:xfrm>
            <a:off x="2029982" y="3243344"/>
            <a:ext cx="411480" cy="411480"/>
          </a:xfrm>
          <a:prstGeom prst="rect">
            <a:avLst/>
          </a:prstGeom>
          <a:noFill/>
          <a:ln>
            <a:noFill/>
          </a:ln>
        </p:spPr>
      </p:pic>
      <p:pic>
        <p:nvPicPr>
          <p:cNvPr id="251" name="Google Shape;251;p45" descr="Water with solid fill"/>
          <p:cNvPicPr preferRelativeResize="0"/>
          <p:nvPr/>
        </p:nvPicPr>
        <p:blipFill rotWithShape="1">
          <a:blip r:embed="rId16">
            <a:alphaModFix/>
          </a:blip>
          <a:srcRect/>
          <a:stretch/>
        </p:blipFill>
        <p:spPr>
          <a:xfrm>
            <a:off x="3739925" y="3243344"/>
            <a:ext cx="411480" cy="411480"/>
          </a:xfrm>
          <a:prstGeom prst="rect">
            <a:avLst/>
          </a:prstGeom>
          <a:noFill/>
          <a:ln>
            <a:noFill/>
          </a:ln>
        </p:spPr>
      </p:pic>
      <p:pic>
        <p:nvPicPr>
          <p:cNvPr id="252" name="Google Shape;252;p45" descr="Bar graph with upward trend with solid fill"/>
          <p:cNvPicPr preferRelativeResize="0"/>
          <p:nvPr/>
        </p:nvPicPr>
        <p:blipFill rotWithShape="1">
          <a:blip r:embed="rId17">
            <a:alphaModFix/>
          </a:blip>
          <a:srcRect/>
          <a:stretch/>
        </p:blipFill>
        <p:spPr>
          <a:xfrm>
            <a:off x="1175011" y="3243344"/>
            <a:ext cx="411480" cy="411480"/>
          </a:xfrm>
          <a:prstGeom prst="rect">
            <a:avLst/>
          </a:prstGeom>
          <a:noFill/>
          <a:ln>
            <a:noFill/>
          </a:ln>
        </p:spPr>
      </p:pic>
      <p:pic>
        <p:nvPicPr>
          <p:cNvPr id="253" name="Google Shape;253;p45" descr="Handshake with solid fill"/>
          <p:cNvPicPr preferRelativeResize="0"/>
          <p:nvPr/>
        </p:nvPicPr>
        <p:blipFill rotWithShape="1">
          <a:blip r:embed="rId18">
            <a:alphaModFix/>
          </a:blip>
          <a:srcRect/>
          <a:stretch/>
        </p:blipFill>
        <p:spPr>
          <a:xfrm>
            <a:off x="1179000" y="2101905"/>
            <a:ext cx="411480" cy="411480"/>
          </a:xfrm>
          <a:prstGeom prst="rect">
            <a:avLst/>
          </a:prstGeom>
          <a:noFill/>
          <a:ln>
            <a:noFill/>
          </a:ln>
        </p:spPr>
      </p:pic>
      <p:pic>
        <p:nvPicPr>
          <p:cNvPr id="254" name="Google Shape;254;p45" descr="Garbage with solid fill"/>
          <p:cNvPicPr preferRelativeResize="0"/>
          <p:nvPr/>
        </p:nvPicPr>
        <p:blipFill rotWithShape="1">
          <a:blip r:embed="rId19">
            <a:alphaModFix/>
          </a:blip>
          <a:srcRect/>
          <a:stretch/>
        </p:blipFill>
        <p:spPr>
          <a:xfrm>
            <a:off x="2030304" y="2631578"/>
            <a:ext cx="411480" cy="411480"/>
          </a:xfrm>
          <a:prstGeom prst="rect">
            <a:avLst/>
          </a:prstGeom>
          <a:noFill/>
          <a:ln>
            <a:noFill/>
          </a:ln>
        </p:spPr>
      </p:pic>
      <p:pic>
        <p:nvPicPr>
          <p:cNvPr id="255" name="Google Shape;255;p45" descr="User with solid fill"/>
          <p:cNvPicPr preferRelativeResize="0"/>
          <p:nvPr/>
        </p:nvPicPr>
        <p:blipFill rotWithShape="1">
          <a:blip r:embed="rId20">
            <a:alphaModFix/>
          </a:blip>
          <a:srcRect/>
          <a:stretch/>
        </p:blipFill>
        <p:spPr>
          <a:xfrm>
            <a:off x="1175493" y="2631578"/>
            <a:ext cx="411480" cy="411480"/>
          </a:xfrm>
          <a:prstGeom prst="rect">
            <a:avLst/>
          </a:prstGeom>
          <a:noFill/>
          <a:ln>
            <a:noFill/>
          </a:ln>
        </p:spPr>
      </p:pic>
      <p:pic>
        <p:nvPicPr>
          <p:cNvPr id="256" name="Google Shape;256;p45" descr="Person in wheelchair with solid fill"/>
          <p:cNvPicPr preferRelativeResize="0"/>
          <p:nvPr/>
        </p:nvPicPr>
        <p:blipFill rotWithShape="1">
          <a:blip r:embed="rId21">
            <a:alphaModFix/>
          </a:blip>
          <a:srcRect/>
          <a:stretch/>
        </p:blipFill>
        <p:spPr>
          <a:xfrm>
            <a:off x="3755877" y="2101905"/>
            <a:ext cx="411480" cy="411480"/>
          </a:xfrm>
          <a:prstGeom prst="rect">
            <a:avLst/>
          </a:prstGeom>
          <a:noFill/>
          <a:ln>
            <a:noFill/>
          </a:ln>
        </p:spPr>
      </p:pic>
      <p:pic>
        <p:nvPicPr>
          <p:cNvPr id="257" name="Google Shape;257;p45" descr="Dim (Medium Sun) with solid fill"/>
          <p:cNvPicPr preferRelativeResize="0"/>
          <p:nvPr/>
        </p:nvPicPr>
        <p:blipFill rotWithShape="1">
          <a:blip r:embed="rId22">
            <a:alphaModFix/>
          </a:blip>
          <a:srcRect/>
          <a:stretch/>
        </p:blipFill>
        <p:spPr>
          <a:xfrm>
            <a:off x="2896918" y="2101905"/>
            <a:ext cx="411480" cy="411480"/>
          </a:xfrm>
          <a:prstGeom prst="rect">
            <a:avLst/>
          </a:prstGeom>
          <a:noFill/>
          <a:ln>
            <a:noFill/>
          </a:ln>
        </p:spPr>
      </p:pic>
      <p:pic>
        <p:nvPicPr>
          <p:cNvPr id="258" name="Google Shape;258;p45" descr="Graduation cap with solid fill"/>
          <p:cNvPicPr preferRelativeResize="0"/>
          <p:nvPr/>
        </p:nvPicPr>
        <p:blipFill rotWithShape="1">
          <a:blip r:embed="rId23">
            <a:alphaModFix/>
          </a:blip>
          <a:srcRect/>
          <a:stretch/>
        </p:blipFill>
        <p:spPr>
          <a:xfrm>
            <a:off x="2037959" y="2101905"/>
            <a:ext cx="411480" cy="411480"/>
          </a:xfrm>
          <a:prstGeom prst="rect">
            <a:avLst/>
          </a:prstGeom>
          <a:noFill/>
          <a:ln>
            <a:noFill/>
          </a:ln>
        </p:spPr>
      </p:pic>
      <p:pic>
        <p:nvPicPr>
          <p:cNvPr id="259" name="Google Shape;259;p45" descr="Sustainability with solid fill"/>
          <p:cNvPicPr preferRelativeResize="0"/>
          <p:nvPr/>
        </p:nvPicPr>
        <p:blipFill rotWithShape="1">
          <a:blip r:embed="rId24">
            <a:alphaModFix/>
          </a:blip>
          <a:srcRect/>
          <a:stretch/>
        </p:blipFill>
        <p:spPr>
          <a:xfrm>
            <a:off x="3739925" y="2631578"/>
            <a:ext cx="411480" cy="411480"/>
          </a:xfrm>
          <a:prstGeom prst="rect">
            <a:avLst/>
          </a:prstGeom>
          <a:noFill/>
          <a:ln>
            <a:noFill/>
          </a:ln>
        </p:spPr>
      </p:pic>
      <p:pic>
        <p:nvPicPr>
          <p:cNvPr id="260" name="Google Shape;260;p45" descr="Electric car with solid fill"/>
          <p:cNvPicPr preferRelativeResize="0"/>
          <p:nvPr/>
        </p:nvPicPr>
        <p:blipFill rotWithShape="1">
          <a:blip r:embed="rId25">
            <a:alphaModFix/>
          </a:blip>
          <a:srcRect/>
          <a:stretch/>
        </p:blipFill>
        <p:spPr>
          <a:xfrm>
            <a:off x="3744367" y="3906616"/>
            <a:ext cx="411480" cy="411480"/>
          </a:xfrm>
          <a:prstGeom prst="rect">
            <a:avLst/>
          </a:prstGeom>
          <a:noFill/>
          <a:ln>
            <a:noFill/>
          </a:ln>
        </p:spPr>
      </p:pic>
      <p:pic>
        <p:nvPicPr>
          <p:cNvPr id="261" name="Google Shape;261;p45" descr="Renewable Energy with solid fill"/>
          <p:cNvPicPr preferRelativeResize="0"/>
          <p:nvPr/>
        </p:nvPicPr>
        <p:blipFill rotWithShape="1">
          <a:blip r:embed="rId26">
            <a:alphaModFix/>
          </a:blip>
          <a:srcRect/>
          <a:stretch/>
        </p:blipFill>
        <p:spPr>
          <a:xfrm>
            <a:off x="2885115" y="2631578"/>
            <a:ext cx="411480" cy="411480"/>
          </a:xfrm>
          <a:prstGeom prst="rect">
            <a:avLst/>
          </a:prstGeom>
          <a:noFill/>
          <a:ln>
            <a:noFill/>
          </a:ln>
        </p:spPr>
      </p:pic>
      <p:pic>
        <p:nvPicPr>
          <p:cNvPr id="262" name="Google Shape;262;p45" descr="Palette with solid fill"/>
          <p:cNvPicPr preferRelativeResize="0"/>
          <p:nvPr/>
        </p:nvPicPr>
        <p:blipFill rotWithShape="1">
          <a:blip r:embed="rId27">
            <a:alphaModFix/>
          </a:blip>
          <a:srcRect/>
          <a:stretch/>
        </p:blipFill>
        <p:spPr>
          <a:xfrm>
            <a:off x="2884953" y="3243344"/>
            <a:ext cx="411480" cy="411480"/>
          </a:xfrm>
          <a:prstGeom prst="rect">
            <a:avLst/>
          </a:prstGeom>
          <a:noFill/>
          <a:ln>
            <a:noFill/>
          </a:ln>
        </p:spPr>
      </p:pic>
      <p:pic>
        <p:nvPicPr>
          <p:cNvPr id="263" name="Google Shape;263;p45" descr="Cycling with solid fill"/>
          <p:cNvPicPr preferRelativeResize="0"/>
          <p:nvPr/>
        </p:nvPicPr>
        <p:blipFill rotWithShape="1">
          <a:blip r:embed="rId28">
            <a:alphaModFix/>
          </a:blip>
          <a:srcRect/>
          <a:stretch/>
        </p:blipFill>
        <p:spPr>
          <a:xfrm>
            <a:off x="4930923" y="1546447"/>
            <a:ext cx="411480" cy="411480"/>
          </a:xfrm>
          <a:prstGeom prst="rect">
            <a:avLst/>
          </a:prstGeom>
          <a:noFill/>
          <a:ln>
            <a:noFill/>
          </a:ln>
        </p:spPr>
      </p:pic>
      <p:pic>
        <p:nvPicPr>
          <p:cNvPr id="264" name="Google Shape;264;p45" descr="Chat with solid fill"/>
          <p:cNvPicPr preferRelativeResize="0"/>
          <p:nvPr/>
        </p:nvPicPr>
        <p:blipFill rotWithShape="1">
          <a:blip r:embed="rId29">
            <a:alphaModFix/>
          </a:blip>
          <a:srcRect/>
          <a:stretch/>
        </p:blipFill>
        <p:spPr>
          <a:xfrm>
            <a:off x="5789342" y="1546447"/>
            <a:ext cx="411480" cy="411480"/>
          </a:xfrm>
          <a:prstGeom prst="rect">
            <a:avLst/>
          </a:prstGeom>
          <a:noFill/>
          <a:ln>
            <a:noFill/>
          </a:ln>
        </p:spPr>
      </p:pic>
      <p:pic>
        <p:nvPicPr>
          <p:cNvPr id="265" name="Google Shape;265;p45" descr="Globe with solid fill"/>
          <p:cNvPicPr preferRelativeResize="0"/>
          <p:nvPr/>
        </p:nvPicPr>
        <p:blipFill rotWithShape="1">
          <a:blip r:embed="rId30">
            <a:alphaModFix/>
          </a:blip>
          <a:srcRect/>
          <a:stretch/>
        </p:blipFill>
        <p:spPr>
          <a:xfrm>
            <a:off x="6647761" y="1546447"/>
            <a:ext cx="411480" cy="411480"/>
          </a:xfrm>
          <a:prstGeom prst="rect">
            <a:avLst/>
          </a:prstGeom>
          <a:noFill/>
          <a:ln>
            <a:noFill/>
          </a:ln>
        </p:spPr>
      </p:pic>
      <p:pic>
        <p:nvPicPr>
          <p:cNvPr id="266" name="Google Shape;266;p45" descr="Airplane with solid fill"/>
          <p:cNvPicPr preferRelativeResize="0"/>
          <p:nvPr/>
        </p:nvPicPr>
        <p:blipFill rotWithShape="1">
          <a:blip r:embed="rId31">
            <a:alphaModFix/>
          </a:blip>
          <a:srcRect/>
          <a:stretch/>
        </p:blipFill>
        <p:spPr>
          <a:xfrm>
            <a:off x="7506821" y="1546447"/>
            <a:ext cx="411480" cy="411480"/>
          </a:xfrm>
          <a:prstGeom prst="rect">
            <a:avLst/>
          </a:prstGeom>
          <a:noFill/>
          <a:ln>
            <a:noFill/>
          </a:ln>
        </p:spPr>
      </p:pic>
      <p:pic>
        <p:nvPicPr>
          <p:cNvPr id="267" name="Google Shape;267;p45" descr="Home with solid fill"/>
          <p:cNvPicPr preferRelativeResize="0"/>
          <p:nvPr/>
        </p:nvPicPr>
        <p:blipFill rotWithShape="1">
          <a:blip r:embed="rId32">
            <a:alphaModFix/>
          </a:blip>
          <a:srcRect/>
          <a:stretch/>
        </p:blipFill>
        <p:spPr>
          <a:xfrm>
            <a:off x="8365242" y="1546447"/>
            <a:ext cx="411480" cy="411480"/>
          </a:xfrm>
          <a:prstGeom prst="rect">
            <a:avLst/>
          </a:prstGeom>
          <a:noFill/>
          <a:ln>
            <a:noFill/>
          </a:ln>
        </p:spPr>
      </p:pic>
      <p:pic>
        <p:nvPicPr>
          <p:cNvPr id="268" name="Google Shape;268;p45" descr="Books with solid fill"/>
          <p:cNvPicPr preferRelativeResize="0"/>
          <p:nvPr/>
        </p:nvPicPr>
        <p:blipFill rotWithShape="1">
          <a:blip r:embed="rId33">
            <a:alphaModFix/>
          </a:blip>
          <a:srcRect/>
          <a:stretch/>
        </p:blipFill>
        <p:spPr>
          <a:xfrm>
            <a:off x="4930282" y="2101905"/>
            <a:ext cx="411480" cy="411480"/>
          </a:xfrm>
          <a:prstGeom prst="rect">
            <a:avLst/>
          </a:prstGeom>
          <a:noFill/>
          <a:ln>
            <a:noFill/>
          </a:ln>
        </p:spPr>
      </p:pic>
      <p:pic>
        <p:nvPicPr>
          <p:cNvPr id="269" name="Google Shape;269;p45" descr="Bus with solid fill"/>
          <p:cNvPicPr preferRelativeResize="0"/>
          <p:nvPr/>
        </p:nvPicPr>
        <p:blipFill rotWithShape="1">
          <a:blip r:embed="rId34">
            <a:alphaModFix/>
          </a:blip>
          <a:srcRect/>
          <a:stretch/>
        </p:blipFill>
        <p:spPr>
          <a:xfrm>
            <a:off x="4930923" y="2631578"/>
            <a:ext cx="411480" cy="411480"/>
          </a:xfrm>
          <a:prstGeom prst="rect">
            <a:avLst/>
          </a:prstGeom>
          <a:noFill/>
          <a:ln>
            <a:noFill/>
          </a:ln>
        </p:spPr>
      </p:pic>
      <p:pic>
        <p:nvPicPr>
          <p:cNvPr id="270" name="Google Shape;270;p45" descr="City with solid fill"/>
          <p:cNvPicPr preferRelativeResize="0"/>
          <p:nvPr/>
        </p:nvPicPr>
        <p:blipFill rotWithShape="1">
          <a:blip r:embed="rId35">
            <a:alphaModFix/>
          </a:blip>
          <a:srcRect/>
          <a:stretch/>
        </p:blipFill>
        <p:spPr>
          <a:xfrm>
            <a:off x="4930281" y="3243344"/>
            <a:ext cx="411480" cy="411480"/>
          </a:xfrm>
          <a:prstGeom prst="rect">
            <a:avLst/>
          </a:prstGeom>
          <a:noFill/>
          <a:ln>
            <a:noFill/>
          </a:ln>
        </p:spPr>
      </p:pic>
      <p:pic>
        <p:nvPicPr>
          <p:cNvPr id="271" name="Google Shape;271;p45" descr="Car with solid fill"/>
          <p:cNvPicPr preferRelativeResize="0"/>
          <p:nvPr/>
        </p:nvPicPr>
        <p:blipFill rotWithShape="1">
          <a:blip r:embed="rId36">
            <a:alphaModFix/>
          </a:blip>
          <a:srcRect/>
          <a:stretch/>
        </p:blipFill>
        <p:spPr>
          <a:xfrm>
            <a:off x="4942618" y="3906616"/>
            <a:ext cx="411480" cy="411480"/>
          </a:xfrm>
          <a:prstGeom prst="rect">
            <a:avLst/>
          </a:prstGeom>
          <a:noFill/>
          <a:ln>
            <a:noFill/>
          </a:ln>
        </p:spPr>
      </p:pic>
      <p:pic>
        <p:nvPicPr>
          <p:cNvPr id="272" name="Google Shape;272;p45" descr="Receiver with solid fill"/>
          <p:cNvPicPr preferRelativeResize="0"/>
          <p:nvPr/>
        </p:nvPicPr>
        <p:blipFill rotWithShape="1">
          <a:blip r:embed="rId37">
            <a:alphaModFix/>
          </a:blip>
          <a:srcRect/>
          <a:stretch/>
        </p:blipFill>
        <p:spPr>
          <a:xfrm>
            <a:off x="5795615" y="3906616"/>
            <a:ext cx="411480" cy="411480"/>
          </a:xfrm>
          <a:prstGeom prst="rect">
            <a:avLst/>
          </a:prstGeom>
          <a:noFill/>
          <a:ln>
            <a:noFill/>
          </a:ln>
        </p:spPr>
      </p:pic>
      <p:pic>
        <p:nvPicPr>
          <p:cNvPr id="273" name="Google Shape;273;p45" descr="Leaf with solid fill"/>
          <p:cNvPicPr preferRelativeResize="0"/>
          <p:nvPr/>
        </p:nvPicPr>
        <p:blipFill rotWithShape="1">
          <a:blip r:embed="rId38">
            <a:alphaModFix/>
          </a:blip>
          <a:srcRect/>
          <a:stretch/>
        </p:blipFill>
        <p:spPr>
          <a:xfrm>
            <a:off x="6648612" y="3906616"/>
            <a:ext cx="411480" cy="411480"/>
          </a:xfrm>
          <a:prstGeom prst="rect">
            <a:avLst/>
          </a:prstGeom>
          <a:noFill/>
          <a:ln>
            <a:noFill/>
          </a:ln>
        </p:spPr>
      </p:pic>
      <p:pic>
        <p:nvPicPr>
          <p:cNvPr id="274" name="Google Shape;274;p45" descr="Beaker with solid fill"/>
          <p:cNvPicPr preferRelativeResize="0"/>
          <p:nvPr/>
        </p:nvPicPr>
        <p:blipFill rotWithShape="1">
          <a:blip r:embed="rId39">
            <a:alphaModFix/>
          </a:blip>
          <a:srcRect/>
          <a:stretch/>
        </p:blipFill>
        <p:spPr>
          <a:xfrm>
            <a:off x="7501609" y="3906616"/>
            <a:ext cx="411480" cy="411480"/>
          </a:xfrm>
          <a:prstGeom prst="rect">
            <a:avLst/>
          </a:prstGeom>
          <a:noFill/>
          <a:ln>
            <a:noFill/>
          </a:ln>
        </p:spPr>
      </p:pic>
      <p:pic>
        <p:nvPicPr>
          <p:cNvPr id="275" name="Google Shape;275;p45" descr="Pie chart with solid fill"/>
          <p:cNvPicPr preferRelativeResize="0"/>
          <p:nvPr/>
        </p:nvPicPr>
        <p:blipFill rotWithShape="1">
          <a:blip r:embed="rId40">
            <a:alphaModFix/>
          </a:blip>
          <a:srcRect/>
          <a:stretch/>
        </p:blipFill>
        <p:spPr>
          <a:xfrm>
            <a:off x="6640223" y="3243344"/>
            <a:ext cx="411480" cy="411480"/>
          </a:xfrm>
          <a:prstGeom prst="rect">
            <a:avLst/>
          </a:prstGeom>
          <a:noFill/>
          <a:ln>
            <a:noFill/>
          </a:ln>
        </p:spPr>
      </p:pic>
      <p:pic>
        <p:nvPicPr>
          <p:cNvPr id="276" name="Google Shape;276;p45" descr="Water with solid fill"/>
          <p:cNvPicPr preferRelativeResize="0"/>
          <p:nvPr/>
        </p:nvPicPr>
        <p:blipFill rotWithShape="1">
          <a:blip r:embed="rId41">
            <a:alphaModFix/>
          </a:blip>
          <a:srcRect/>
          <a:stretch/>
        </p:blipFill>
        <p:spPr>
          <a:xfrm>
            <a:off x="8350166" y="3243344"/>
            <a:ext cx="411480" cy="411480"/>
          </a:xfrm>
          <a:prstGeom prst="rect">
            <a:avLst/>
          </a:prstGeom>
          <a:noFill/>
          <a:ln>
            <a:noFill/>
          </a:ln>
        </p:spPr>
      </p:pic>
      <p:pic>
        <p:nvPicPr>
          <p:cNvPr id="277" name="Google Shape;277;p45" descr="Bar graph with upward trend with solid fill"/>
          <p:cNvPicPr preferRelativeResize="0"/>
          <p:nvPr/>
        </p:nvPicPr>
        <p:blipFill rotWithShape="1">
          <a:blip r:embed="rId42">
            <a:alphaModFix/>
          </a:blip>
          <a:srcRect/>
          <a:stretch/>
        </p:blipFill>
        <p:spPr>
          <a:xfrm>
            <a:off x="5785252" y="3243344"/>
            <a:ext cx="411480" cy="411480"/>
          </a:xfrm>
          <a:prstGeom prst="rect">
            <a:avLst/>
          </a:prstGeom>
          <a:noFill/>
          <a:ln>
            <a:noFill/>
          </a:ln>
        </p:spPr>
      </p:pic>
      <p:pic>
        <p:nvPicPr>
          <p:cNvPr id="278" name="Google Shape;278;p45" descr="Handshake with solid fill"/>
          <p:cNvPicPr preferRelativeResize="0"/>
          <p:nvPr/>
        </p:nvPicPr>
        <p:blipFill rotWithShape="1">
          <a:blip r:embed="rId43">
            <a:alphaModFix/>
          </a:blip>
          <a:srcRect/>
          <a:stretch/>
        </p:blipFill>
        <p:spPr>
          <a:xfrm>
            <a:off x="5789241" y="2101905"/>
            <a:ext cx="411480" cy="411480"/>
          </a:xfrm>
          <a:prstGeom prst="rect">
            <a:avLst/>
          </a:prstGeom>
          <a:noFill/>
          <a:ln>
            <a:noFill/>
          </a:ln>
        </p:spPr>
      </p:pic>
      <p:pic>
        <p:nvPicPr>
          <p:cNvPr id="279" name="Google Shape;279;p45" descr="Garbage with solid fill"/>
          <p:cNvPicPr preferRelativeResize="0"/>
          <p:nvPr/>
        </p:nvPicPr>
        <p:blipFill rotWithShape="1">
          <a:blip r:embed="rId44">
            <a:alphaModFix/>
          </a:blip>
          <a:srcRect/>
          <a:stretch/>
        </p:blipFill>
        <p:spPr>
          <a:xfrm>
            <a:off x="6640545" y="2631578"/>
            <a:ext cx="411480" cy="411480"/>
          </a:xfrm>
          <a:prstGeom prst="rect">
            <a:avLst/>
          </a:prstGeom>
          <a:noFill/>
          <a:ln>
            <a:noFill/>
          </a:ln>
        </p:spPr>
      </p:pic>
      <p:pic>
        <p:nvPicPr>
          <p:cNvPr id="280" name="Google Shape;280;p45" descr="User with solid fill"/>
          <p:cNvPicPr preferRelativeResize="0"/>
          <p:nvPr/>
        </p:nvPicPr>
        <p:blipFill rotWithShape="1">
          <a:blip r:embed="rId45">
            <a:alphaModFix/>
          </a:blip>
          <a:srcRect/>
          <a:stretch/>
        </p:blipFill>
        <p:spPr>
          <a:xfrm>
            <a:off x="5785734" y="2631578"/>
            <a:ext cx="411480" cy="411480"/>
          </a:xfrm>
          <a:prstGeom prst="rect">
            <a:avLst/>
          </a:prstGeom>
          <a:noFill/>
          <a:ln>
            <a:noFill/>
          </a:ln>
        </p:spPr>
      </p:pic>
      <p:pic>
        <p:nvPicPr>
          <p:cNvPr id="281" name="Google Shape;281;p45" descr="Person in wheelchair with solid fill"/>
          <p:cNvPicPr preferRelativeResize="0"/>
          <p:nvPr/>
        </p:nvPicPr>
        <p:blipFill rotWithShape="1">
          <a:blip r:embed="rId46">
            <a:alphaModFix/>
          </a:blip>
          <a:srcRect/>
          <a:stretch/>
        </p:blipFill>
        <p:spPr>
          <a:xfrm>
            <a:off x="8366118" y="2101905"/>
            <a:ext cx="411480" cy="411480"/>
          </a:xfrm>
          <a:prstGeom prst="rect">
            <a:avLst/>
          </a:prstGeom>
          <a:noFill/>
          <a:ln>
            <a:noFill/>
          </a:ln>
        </p:spPr>
      </p:pic>
      <p:pic>
        <p:nvPicPr>
          <p:cNvPr id="282" name="Google Shape;282;p45" descr="Dim (Medium Sun) with solid fill"/>
          <p:cNvPicPr preferRelativeResize="0"/>
          <p:nvPr/>
        </p:nvPicPr>
        <p:blipFill rotWithShape="1">
          <a:blip r:embed="rId47">
            <a:alphaModFix/>
          </a:blip>
          <a:srcRect/>
          <a:stretch/>
        </p:blipFill>
        <p:spPr>
          <a:xfrm>
            <a:off x="7507159" y="2101905"/>
            <a:ext cx="411480" cy="411480"/>
          </a:xfrm>
          <a:prstGeom prst="rect">
            <a:avLst/>
          </a:prstGeom>
          <a:noFill/>
          <a:ln>
            <a:noFill/>
          </a:ln>
        </p:spPr>
      </p:pic>
      <p:pic>
        <p:nvPicPr>
          <p:cNvPr id="283" name="Google Shape;283;p45" descr="Graduation cap with solid fill"/>
          <p:cNvPicPr preferRelativeResize="0"/>
          <p:nvPr/>
        </p:nvPicPr>
        <p:blipFill rotWithShape="1">
          <a:blip r:embed="rId48">
            <a:alphaModFix/>
          </a:blip>
          <a:srcRect/>
          <a:stretch/>
        </p:blipFill>
        <p:spPr>
          <a:xfrm>
            <a:off x="6648200" y="2101905"/>
            <a:ext cx="411480" cy="411480"/>
          </a:xfrm>
          <a:prstGeom prst="rect">
            <a:avLst/>
          </a:prstGeom>
          <a:noFill/>
          <a:ln>
            <a:noFill/>
          </a:ln>
        </p:spPr>
      </p:pic>
      <p:pic>
        <p:nvPicPr>
          <p:cNvPr id="284" name="Google Shape;284;p45" descr="Sustainability with solid fill"/>
          <p:cNvPicPr preferRelativeResize="0"/>
          <p:nvPr/>
        </p:nvPicPr>
        <p:blipFill rotWithShape="1">
          <a:blip r:embed="rId49">
            <a:alphaModFix/>
          </a:blip>
          <a:srcRect/>
          <a:stretch/>
        </p:blipFill>
        <p:spPr>
          <a:xfrm>
            <a:off x="8350166" y="2631578"/>
            <a:ext cx="411480" cy="411480"/>
          </a:xfrm>
          <a:prstGeom prst="rect">
            <a:avLst/>
          </a:prstGeom>
          <a:noFill/>
          <a:ln>
            <a:noFill/>
          </a:ln>
        </p:spPr>
      </p:pic>
      <p:pic>
        <p:nvPicPr>
          <p:cNvPr id="285" name="Google Shape;285;p45" descr="Electric car with solid fill"/>
          <p:cNvPicPr preferRelativeResize="0"/>
          <p:nvPr/>
        </p:nvPicPr>
        <p:blipFill rotWithShape="1">
          <a:blip r:embed="rId50">
            <a:alphaModFix/>
          </a:blip>
          <a:srcRect/>
          <a:stretch/>
        </p:blipFill>
        <p:spPr>
          <a:xfrm>
            <a:off x="8354608" y="3906616"/>
            <a:ext cx="411480" cy="411480"/>
          </a:xfrm>
          <a:prstGeom prst="rect">
            <a:avLst/>
          </a:prstGeom>
          <a:noFill/>
          <a:ln>
            <a:noFill/>
          </a:ln>
        </p:spPr>
      </p:pic>
      <p:pic>
        <p:nvPicPr>
          <p:cNvPr id="286" name="Google Shape;286;p45" descr="Renewable Energy with solid fill"/>
          <p:cNvPicPr preferRelativeResize="0"/>
          <p:nvPr/>
        </p:nvPicPr>
        <p:blipFill rotWithShape="1">
          <a:blip r:embed="rId51">
            <a:alphaModFix/>
          </a:blip>
          <a:srcRect/>
          <a:stretch/>
        </p:blipFill>
        <p:spPr>
          <a:xfrm>
            <a:off x="7495356" y="2631578"/>
            <a:ext cx="411480" cy="411480"/>
          </a:xfrm>
          <a:prstGeom prst="rect">
            <a:avLst/>
          </a:prstGeom>
          <a:noFill/>
          <a:ln>
            <a:noFill/>
          </a:ln>
        </p:spPr>
      </p:pic>
      <p:pic>
        <p:nvPicPr>
          <p:cNvPr id="287" name="Google Shape;287;p45" descr="Palette with solid fill"/>
          <p:cNvPicPr preferRelativeResize="0"/>
          <p:nvPr/>
        </p:nvPicPr>
        <p:blipFill rotWithShape="1">
          <a:blip r:embed="rId52">
            <a:alphaModFix/>
          </a:blip>
          <a:srcRect/>
          <a:stretch/>
        </p:blipFill>
        <p:spPr>
          <a:xfrm>
            <a:off x="7495194" y="3243344"/>
            <a:ext cx="411480" cy="411480"/>
          </a:xfrm>
          <a:prstGeom prst="rect">
            <a:avLst/>
          </a:prstGeom>
          <a:noFill/>
          <a:ln>
            <a:noFill/>
          </a:ln>
        </p:spPr>
      </p:pic>
      <p:sp>
        <p:nvSpPr>
          <p:cNvPr id="288" name="Google Shape;288;p45"/>
          <p:cNvSpPr txBox="1"/>
          <p:nvPr/>
        </p:nvSpPr>
        <p:spPr>
          <a:xfrm>
            <a:off x="4791894" y="366453"/>
            <a:ext cx="40155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200" i="1">
                <a:solidFill>
                  <a:schemeClr val="lt1"/>
                </a:solidFill>
                <a:latin typeface="Source Sans Pro"/>
                <a:ea typeface="Source Sans Pro"/>
                <a:cs typeface="Source Sans Pro"/>
                <a:sym typeface="Source Sans Pro"/>
              </a:rPr>
              <a:t>The below are icons samples. Use the guidelines from the </a:t>
            </a:r>
            <a:r>
              <a:rPr lang="en" sz="1200" i="1" u="sng">
                <a:solidFill>
                  <a:schemeClr val="lt1"/>
                </a:solidFill>
                <a:latin typeface="Source Sans Pro"/>
                <a:ea typeface="Source Sans Pro"/>
                <a:cs typeface="Source Sans Pro"/>
                <a:sym typeface="Source Sans Pro"/>
                <a:hlinkClick r:id="rId53">
                  <a:extLst>
                    <a:ext uri="{A12FA001-AC4F-418D-AE19-62706E023703}">
                      <ahyp:hlinkClr xmlns:ahyp="http://schemas.microsoft.com/office/drawing/2018/hyperlinkcolor" val="tx"/>
                    </a:ext>
                  </a:extLst>
                </a:hlinkClick>
              </a:rPr>
              <a:t>Stanford Identity Guide Iconography</a:t>
            </a:r>
            <a:r>
              <a:rPr lang="en" sz="1200" i="1">
                <a:solidFill>
                  <a:schemeClr val="lt1"/>
                </a:solidFill>
                <a:latin typeface="Source Sans Pro"/>
                <a:ea typeface="Source Sans Pro"/>
                <a:cs typeface="Source Sans Pro"/>
                <a:sym typeface="Source Sans Pro"/>
              </a:rPr>
              <a:t> page to choose additional icons. We recommend “</a:t>
            </a:r>
            <a:r>
              <a:rPr lang="en" sz="1200" i="1" u="sng">
                <a:solidFill>
                  <a:schemeClr val="lt1"/>
                </a:solidFill>
                <a:latin typeface="Source Sans Pro"/>
                <a:ea typeface="Source Sans Pro"/>
                <a:cs typeface="Source Sans Pro"/>
                <a:sym typeface="Source Sans Pro"/>
                <a:hlinkClick r:id="rId54">
                  <a:extLst>
                    <a:ext uri="{A12FA001-AC4F-418D-AE19-62706E023703}">
                      <ahyp:hlinkClr xmlns:ahyp="http://schemas.microsoft.com/office/drawing/2018/hyperlinkcolor" val="tx"/>
                    </a:ext>
                  </a:extLst>
                </a:hlinkClick>
              </a:rPr>
              <a:t>Insert icons for slides</a:t>
            </a:r>
            <a:r>
              <a:rPr lang="en" sz="1200" i="1">
                <a:solidFill>
                  <a:schemeClr val="lt1"/>
                </a:solidFill>
                <a:latin typeface="Source Sans Pro"/>
                <a:ea typeface="Source Sans Pro"/>
                <a:cs typeface="Source Sans Pro"/>
                <a:sym typeface="Source Sans Pro"/>
              </a:rPr>
              <a:t>” as a downloadable extension for quick access to Font Awesome and Google’s Material Design libraries.</a:t>
            </a:r>
            <a:endParaRPr>
              <a:solidFill>
                <a:schemeClr val="lt1"/>
              </a:solidFill>
              <a:latin typeface="Source Sans Pro"/>
              <a:ea typeface="Source Sans Pro"/>
              <a:cs typeface="Source Sans Pro"/>
              <a:sym typeface="Source Sans P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8C1514"/>
        </a:solidFill>
        <a:effectLst/>
      </p:bgPr>
    </p:bg>
    <p:spTree>
      <p:nvGrpSpPr>
        <p:cNvPr id="1" name="Shape 292"/>
        <p:cNvGrpSpPr/>
        <p:nvPr/>
      </p:nvGrpSpPr>
      <p:grpSpPr>
        <a:xfrm>
          <a:off x="0" y="0"/>
          <a:ext cx="0" cy="0"/>
          <a:chOff x="0" y="0"/>
          <a:chExt cx="0" cy="0"/>
        </a:xfrm>
      </p:grpSpPr>
      <p:pic>
        <p:nvPicPr>
          <p:cNvPr id="293" name="Google Shape;293;p46" descr="Background pattern&#10;&#10;Description automatically generated"/>
          <p:cNvPicPr preferRelativeResize="0"/>
          <p:nvPr/>
        </p:nvPicPr>
        <p:blipFill rotWithShape="1">
          <a:blip r:embed="rId3">
            <a:alphaModFix/>
          </a:blip>
          <a:srcRect/>
          <a:stretch/>
        </p:blipFill>
        <p:spPr>
          <a:xfrm>
            <a:off x="-6" y="0"/>
            <a:ext cx="2893724" cy="5143500"/>
          </a:xfrm>
          <a:prstGeom prst="rect">
            <a:avLst/>
          </a:prstGeom>
          <a:noFill/>
          <a:ln>
            <a:noFill/>
          </a:ln>
        </p:spPr>
      </p:pic>
      <p:sp>
        <p:nvSpPr>
          <p:cNvPr id="294" name="Google Shape;294;p46"/>
          <p:cNvSpPr/>
          <p:nvPr/>
        </p:nvSpPr>
        <p:spPr>
          <a:xfrm>
            <a:off x="0" y="5033300"/>
            <a:ext cx="9144000" cy="110100"/>
          </a:xfrm>
          <a:prstGeom prst="rect">
            <a:avLst/>
          </a:prstGeom>
          <a:gradFill>
            <a:gsLst>
              <a:gs pos="0">
                <a:srgbClr val="007C92"/>
              </a:gs>
              <a:gs pos="37000">
                <a:srgbClr val="620059"/>
              </a:gs>
              <a:gs pos="71000">
                <a:srgbClr val="A72A1E"/>
              </a:gs>
              <a:gs pos="100000">
                <a:srgbClr val="D1660F"/>
              </a:gs>
            </a:gsLst>
            <a:lin ang="2700006"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95" name="Google Shape;295;p46" title="University-IT_wordmark_horizontal_white.png"/>
          <p:cNvPicPr preferRelativeResize="0"/>
          <p:nvPr/>
        </p:nvPicPr>
        <p:blipFill>
          <a:blip r:embed="rId4">
            <a:alphaModFix/>
          </a:blip>
          <a:stretch>
            <a:fillRect/>
          </a:stretch>
        </p:blipFill>
        <p:spPr>
          <a:xfrm>
            <a:off x="7009450" y="4519725"/>
            <a:ext cx="2006201" cy="449825"/>
          </a:xfrm>
          <a:prstGeom prst="rect">
            <a:avLst/>
          </a:prstGeom>
          <a:noFill/>
          <a:ln>
            <a:noFill/>
          </a:ln>
        </p:spPr>
      </p:pic>
      <p:sp>
        <p:nvSpPr>
          <p:cNvPr id="296" name="Google Shape;296;p46"/>
          <p:cNvSpPr txBox="1"/>
          <p:nvPr/>
        </p:nvSpPr>
        <p:spPr>
          <a:xfrm>
            <a:off x="3590825" y="1787550"/>
            <a:ext cx="4923300" cy="1092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800">
                <a:solidFill>
                  <a:srgbClr val="FFFFFF"/>
                </a:solidFill>
                <a:latin typeface="Roboto Black"/>
                <a:ea typeface="Roboto Black"/>
                <a:cs typeface="Roboto Black"/>
                <a:sym typeface="Roboto Black"/>
              </a:rPr>
              <a:t>Cover Slide Headline</a:t>
            </a:r>
            <a:endParaRPr sz="2700" b="1">
              <a:solidFill>
                <a:srgbClr val="FFFFFF"/>
              </a:solidFill>
              <a:latin typeface="Source Sans Pro"/>
              <a:ea typeface="Source Sans Pro"/>
              <a:cs typeface="Source Sans Pro"/>
              <a:sym typeface="Source Sans Pro"/>
            </a:endParaRPr>
          </a:p>
          <a:p>
            <a:pPr marL="0" lvl="0" indent="0" algn="l" rtl="0">
              <a:spcBef>
                <a:spcPts val="0"/>
              </a:spcBef>
              <a:spcAft>
                <a:spcPts val="1000"/>
              </a:spcAft>
              <a:buNone/>
            </a:pPr>
            <a:r>
              <a:rPr lang="en" sz="2100" i="1">
                <a:solidFill>
                  <a:srgbClr val="FFFFFF"/>
                </a:solidFill>
                <a:latin typeface="Source Sans Pro"/>
                <a:ea typeface="Source Sans Pro"/>
                <a:cs typeface="Source Sans Pro"/>
                <a:sym typeface="Source Sans Pro"/>
              </a:rPr>
              <a:t>Subtitle</a:t>
            </a:r>
            <a:endParaRPr sz="2500" i="1">
              <a:solidFill>
                <a:srgbClr val="FFFFFF"/>
              </a:solidFill>
              <a:latin typeface="Source Sans Pro"/>
              <a:ea typeface="Source Sans Pro"/>
              <a:cs typeface="Source Sans Pro"/>
              <a:sym typeface="Source Sans Pr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7"/>
          <p:cNvSpPr/>
          <p:nvPr/>
        </p:nvSpPr>
        <p:spPr>
          <a:xfrm rot="10800000" flipH="1">
            <a:off x="7225" y="1350575"/>
            <a:ext cx="9136800" cy="3808800"/>
          </a:xfrm>
          <a:prstGeom prst="rect">
            <a:avLst/>
          </a:prstGeom>
          <a:solidFill>
            <a:srgbClr val="E7E6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02" name="Google Shape;302;p47"/>
          <p:cNvSpPr txBox="1"/>
          <p:nvPr/>
        </p:nvSpPr>
        <p:spPr>
          <a:xfrm>
            <a:off x="304800" y="308525"/>
            <a:ext cx="30000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800" i="1">
                <a:solidFill>
                  <a:srgbClr val="595959"/>
                </a:solidFill>
                <a:latin typeface="Georgia"/>
                <a:ea typeface="Georgia"/>
                <a:cs typeface="Georgia"/>
                <a:sym typeface="Georgia"/>
              </a:rPr>
              <a:t>Agenda </a:t>
            </a:r>
            <a:endParaRPr sz="2700" i="1">
              <a:solidFill>
                <a:srgbClr val="595959"/>
              </a:solidFill>
              <a:latin typeface="Georgia"/>
              <a:ea typeface="Georgia"/>
              <a:cs typeface="Georgia"/>
              <a:sym typeface="Georgia"/>
            </a:endParaRPr>
          </a:p>
        </p:txBody>
      </p:sp>
      <p:sp>
        <p:nvSpPr>
          <p:cNvPr id="303" name="Google Shape;303;p47"/>
          <p:cNvSpPr/>
          <p:nvPr/>
        </p:nvSpPr>
        <p:spPr>
          <a:xfrm>
            <a:off x="524125" y="1637450"/>
            <a:ext cx="3677400" cy="539400"/>
          </a:xfrm>
          <a:prstGeom prst="roundRect">
            <a:avLst>
              <a:gd name="adj" fmla="val 50000"/>
            </a:avLst>
          </a:prstGeom>
          <a:solidFill>
            <a:srgbClr val="007C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Source Sans Pro"/>
                <a:ea typeface="Source Sans Pro"/>
                <a:cs typeface="Source Sans Pro"/>
                <a:sym typeface="Source Sans Pro"/>
              </a:rPr>
              <a:t>Time | Agenda item 1</a:t>
            </a:r>
            <a:endParaRPr sz="1800" b="1">
              <a:solidFill>
                <a:schemeClr val="lt1"/>
              </a:solidFill>
              <a:latin typeface="Source Sans Pro"/>
              <a:ea typeface="Source Sans Pro"/>
              <a:cs typeface="Source Sans Pro"/>
              <a:sym typeface="Source Sans Pro"/>
            </a:endParaRPr>
          </a:p>
        </p:txBody>
      </p:sp>
      <p:sp>
        <p:nvSpPr>
          <p:cNvPr id="304" name="Google Shape;304;p47"/>
          <p:cNvSpPr/>
          <p:nvPr/>
        </p:nvSpPr>
        <p:spPr>
          <a:xfrm>
            <a:off x="524125" y="2395275"/>
            <a:ext cx="3677400" cy="539400"/>
          </a:xfrm>
          <a:prstGeom prst="roundRect">
            <a:avLst>
              <a:gd name="adj" fmla="val 50000"/>
            </a:avLst>
          </a:prstGeom>
          <a:solidFill>
            <a:srgbClr val="5D135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Source Sans Pro"/>
                <a:ea typeface="Source Sans Pro"/>
                <a:cs typeface="Source Sans Pro"/>
                <a:sym typeface="Source Sans Pro"/>
              </a:rPr>
              <a:t>Agenda item 2</a:t>
            </a:r>
            <a:endParaRPr sz="1800" b="1">
              <a:solidFill>
                <a:schemeClr val="lt1"/>
              </a:solidFill>
              <a:latin typeface="Source Sans Pro"/>
              <a:ea typeface="Source Sans Pro"/>
              <a:cs typeface="Source Sans Pro"/>
              <a:sym typeface="Source Sans Pro"/>
            </a:endParaRPr>
          </a:p>
        </p:txBody>
      </p:sp>
      <p:sp>
        <p:nvSpPr>
          <p:cNvPr id="305" name="Google Shape;305;p47"/>
          <p:cNvSpPr/>
          <p:nvPr/>
        </p:nvSpPr>
        <p:spPr>
          <a:xfrm>
            <a:off x="524125" y="3153100"/>
            <a:ext cx="3677400" cy="539400"/>
          </a:xfrm>
          <a:prstGeom prst="roundRect">
            <a:avLst>
              <a:gd name="adj" fmla="val 50000"/>
            </a:avLst>
          </a:prstGeom>
          <a:solidFill>
            <a:srgbClr val="A72A1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Source Sans Pro"/>
                <a:ea typeface="Source Sans Pro"/>
                <a:cs typeface="Source Sans Pro"/>
                <a:sym typeface="Source Sans Pro"/>
              </a:rPr>
              <a:t>Agenda item 3</a:t>
            </a:r>
            <a:endParaRPr sz="1800" b="1">
              <a:solidFill>
                <a:schemeClr val="lt1"/>
              </a:solidFill>
              <a:latin typeface="Source Sans Pro"/>
              <a:ea typeface="Source Sans Pro"/>
              <a:cs typeface="Source Sans Pro"/>
              <a:sym typeface="Source Sans Pro"/>
            </a:endParaRPr>
          </a:p>
        </p:txBody>
      </p:sp>
      <p:sp>
        <p:nvSpPr>
          <p:cNvPr id="306" name="Google Shape;306;p47"/>
          <p:cNvSpPr/>
          <p:nvPr/>
        </p:nvSpPr>
        <p:spPr>
          <a:xfrm>
            <a:off x="524125" y="3910925"/>
            <a:ext cx="3677400" cy="539400"/>
          </a:xfrm>
          <a:prstGeom prst="roundRect">
            <a:avLst>
              <a:gd name="adj" fmla="val 50000"/>
            </a:avLst>
          </a:prstGeom>
          <a:solidFill>
            <a:srgbClr val="D1660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Source Sans Pro"/>
                <a:ea typeface="Source Sans Pro"/>
                <a:cs typeface="Source Sans Pro"/>
                <a:sym typeface="Source Sans Pro"/>
              </a:rPr>
              <a:t>Agenda item 4</a:t>
            </a:r>
            <a:endParaRPr sz="1800" b="1">
              <a:solidFill>
                <a:schemeClr val="lt1"/>
              </a:solidFill>
              <a:latin typeface="Source Sans Pro"/>
              <a:ea typeface="Source Sans Pro"/>
              <a:cs typeface="Source Sans Pro"/>
              <a:sym typeface="Source Sans Pro"/>
            </a:endParaRPr>
          </a:p>
        </p:txBody>
      </p:sp>
      <p:sp>
        <p:nvSpPr>
          <p:cNvPr id="307" name="Google Shape;307;p47"/>
          <p:cNvSpPr/>
          <p:nvPr/>
        </p:nvSpPr>
        <p:spPr>
          <a:xfrm>
            <a:off x="4885075" y="1637450"/>
            <a:ext cx="3677400" cy="539400"/>
          </a:xfrm>
          <a:prstGeom prst="roundRect">
            <a:avLst>
              <a:gd name="adj" fmla="val 50000"/>
            </a:avLst>
          </a:prstGeom>
          <a:solidFill>
            <a:srgbClr val="007C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Source Sans Pro"/>
                <a:ea typeface="Source Sans Pro"/>
                <a:cs typeface="Source Sans Pro"/>
                <a:sym typeface="Source Sans Pro"/>
              </a:rPr>
              <a:t>Agenda item 5</a:t>
            </a:r>
            <a:endParaRPr sz="1800" b="1">
              <a:solidFill>
                <a:schemeClr val="lt1"/>
              </a:solidFill>
              <a:latin typeface="Source Sans Pro"/>
              <a:ea typeface="Source Sans Pro"/>
              <a:cs typeface="Source Sans Pro"/>
              <a:sym typeface="Source Sans Pro"/>
            </a:endParaRPr>
          </a:p>
        </p:txBody>
      </p:sp>
      <p:sp>
        <p:nvSpPr>
          <p:cNvPr id="308" name="Google Shape;308;p47"/>
          <p:cNvSpPr/>
          <p:nvPr/>
        </p:nvSpPr>
        <p:spPr>
          <a:xfrm>
            <a:off x="4885075" y="2395275"/>
            <a:ext cx="3677400" cy="539400"/>
          </a:xfrm>
          <a:prstGeom prst="roundRect">
            <a:avLst>
              <a:gd name="adj" fmla="val 50000"/>
            </a:avLst>
          </a:prstGeom>
          <a:solidFill>
            <a:srgbClr val="5D135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Source Sans Pro"/>
                <a:ea typeface="Source Sans Pro"/>
                <a:cs typeface="Source Sans Pro"/>
                <a:sym typeface="Source Sans Pro"/>
              </a:rPr>
              <a:t>Agenda item 6</a:t>
            </a:r>
            <a:endParaRPr sz="1800" b="1">
              <a:solidFill>
                <a:schemeClr val="lt1"/>
              </a:solidFill>
              <a:latin typeface="Source Sans Pro"/>
              <a:ea typeface="Source Sans Pro"/>
              <a:cs typeface="Source Sans Pro"/>
              <a:sym typeface="Source Sans Pro"/>
            </a:endParaRPr>
          </a:p>
        </p:txBody>
      </p:sp>
      <p:sp>
        <p:nvSpPr>
          <p:cNvPr id="309" name="Google Shape;309;p47"/>
          <p:cNvSpPr/>
          <p:nvPr/>
        </p:nvSpPr>
        <p:spPr>
          <a:xfrm>
            <a:off x="4885075" y="3153100"/>
            <a:ext cx="3677400" cy="539400"/>
          </a:xfrm>
          <a:prstGeom prst="roundRect">
            <a:avLst>
              <a:gd name="adj" fmla="val 50000"/>
            </a:avLst>
          </a:prstGeom>
          <a:solidFill>
            <a:srgbClr val="A72A1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Source Sans Pro"/>
                <a:ea typeface="Source Sans Pro"/>
                <a:cs typeface="Source Sans Pro"/>
                <a:sym typeface="Source Sans Pro"/>
              </a:rPr>
              <a:t>Agenda item 7</a:t>
            </a:r>
            <a:endParaRPr sz="1800" b="1">
              <a:solidFill>
                <a:schemeClr val="lt1"/>
              </a:solidFill>
              <a:latin typeface="Source Sans Pro"/>
              <a:ea typeface="Source Sans Pro"/>
              <a:cs typeface="Source Sans Pro"/>
              <a:sym typeface="Source Sans Pro"/>
            </a:endParaRPr>
          </a:p>
        </p:txBody>
      </p:sp>
      <p:sp>
        <p:nvSpPr>
          <p:cNvPr id="310" name="Google Shape;310;p47"/>
          <p:cNvSpPr/>
          <p:nvPr/>
        </p:nvSpPr>
        <p:spPr>
          <a:xfrm>
            <a:off x="4885075" y="3910925"/>
            <a:ext cx="3677400" cy="539400"/>
          </a:xfrm>
          <a:prstGeom prst="roundRect">
            <a:avLst>
              <a:gd name="adj" fmla="val 50000"/>
            </a:avLst>
          </a:prstGeom>
          <a:solidFill>
            <a:srgbClr val="D1660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Source Sans Pro"/>
                <a:ea typeface="Source Sans Pro"/>
                <a:cs typeface="Source Sans Pro"/>
                <a:sym typeface="Source Sans Pro"/>
              </a:rPr>
              <a:t>Agenda item 8</a:t>
            </a:r>
            <a:endParaRPr sz="1800" b="1">
              <a:solidFill>
                <a:schemeClr val="lt1"/>
              </a:solidFill>
              <a:latin typeface="Source Sans Pro"/>
              <a:ea typeface="Source Sans Pro"/>
              <a:cs typeface="Source Sans Pro"/>
              <a:sym typeface="Source Sans Pro"/>
            </a:endParaRPr>
          </a:p>
        </p:txBody>
      </p:sp>
      <p:sp>
        <p:nvSpPr>
          <p:cNvPr id="311" name="Google Shape;311;p47"/>
          <p:cNvSpPr/>
          <p:nvPr/>
        </p:nvSpPr>
        <p:spPr>
          <a:xfrm>
            <a:off x="10575" y="1338400"/>
            <a:ext cx="9144000" cy="38700"/>
          </a:xfrm>
          <a:prstGeom prst="rect">
            <a:avLst/>
          </a:prstGeom>
          <a:gradFill>
            <a:gsLst>
              <a:gs pos="0">
                <a:srgbClr val="007C92"/>
              </a:gs>
              <a:gs pos="37000">
                <a:srgbClr val="620059"/>
              </a:gs>
              <a:gs pos="71000">
                <a:srgbClr val="A72A1E"/>
              </a:gs>
              <a:gs pos="100000">
                <a:srgbClr val="D1660F"/>
              </a:gs>
            </a:gsLst>
            <a:lin ang="2700006"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315"/>
        <p:cNvGrpSpPr/>
        <p:nvPr/>
      </p:nvGrpSpPr>
      <p:grpSpPr>
        <a:xfrm>
          <a:off x="0" y="0"/>
          <a:ext cx="0" cy="0"/>
          <a:chOff x="0" y="0"/>
          <a:chExt cx="0" cy="0"/>
        </a:xfrm>
      </p:grpSpPr>
      <p:cxnSp>
        <p:nvCxnSpPr>
          <p:cNvPr id="316" name="Google Shape;316;p48"/>
          <p:cNvCxnSpPr/>
          <p:nvPr/>
        </p:nvCxnSpPr>
        <p:spPr>
          <a:xfrm>
            <a:off x="4440407" y="3571475"/>
            <a:ext cx="0" cy="169500"/>
          </a:xfrm>
          <a:prstGeom prst="straightConnector1">
            <a:avLst/>
          </a:prstGeom>
          <a:noFill/>
          <a:ln w="9525" cap="flat" cmpd="sng">
            <a:solidFill>
              <a:srgbClr val="888888"/>
            </a:solidFill>
            <a:prstDash val="dot"/>
            <a:round/>
            <a:headEnd type="none" w="med" len="med"/>
            <a:tailEnd type="none" w="med" len="med"/>
          </a:ln>
        </p:spPr>
      </p:cxnSp>
      <p:sp>
        <p:nvSpPr>
          <p:cNvPr id="317" name="Google Shape;317;p48"/>
          <p:cNvSpPr/>
          <p:nvPr/>
        </p:nvSpPr>
        <p:spPr>
          <a:xfrm>
            <a:off x="3893055" y="3143558"/>
            <a:ext cx="1133100" cy="265500"/>
          </a:xfrm>
          <a:prstGeom prst="rect">
            <a:avLst/>
          </a:prstGeom>
          <a:noFill/>
          <a:ln w="19050" cap="flat" cmpd="sng">
            <a:solidFill>
              <a:srgbClr val="6200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18" name="Google Shape;318;p48"/>
          <p:cNvSpPr txBox="1"/>
          <p:nvPr/>
        </p:nvSpPr>
        <p:spPr>
          <a:xfrm>
            <a:off x="3761950" y="3143550"/>
            <a:ext cx="1404000" cy="323100"/>
          </a:xfrm>
          <a:prstGeom prst="rect">
            <a:avLst/>
          </a:prstGeom>
          <a:solidFill>
            <a:srgbClr val="FFFFFF"/>
          </a:solidFill>
          <a:ln w="19050" cap="flat" cmpd="sng">
            <a:solidFill>
              <a:srgbClr val="620059"/>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chemeClr val="dk2"/>
                </a:solidFill>
                <a:latin typeface="Source Sans Pro"/>
                <a:ea typeface="Source Sans Pro"/>
                <a:cs typeface="Source Sans Pro"/>
                <a:sym typeface="Source Sans Pro"/>
              </a:rPr>
              <a:t>First &amp; Last Name</a:t>
            </a:r>
            <a:endParaRPr sz="900" b="1">
              <a:solidFill>
                <a:srgbClr val="2E2C28"/>
              </a:solidFill>
              <a:latin typeface="Source Sans Pro"/>
              <a:ea typeface="Source Sans Pro"/>
              <a:cs typeface="Source Sans Pro"/>
              <a:sym typeface="Source Sans Pro"/>
            </a:endParaRPr>
          </a:p>
        </p:txBody>
      </p:sp>
      <p:grpSp>
        <p:nvGrpSpPr>
          <p:cNvPr id="319" name="Google Shape;319;p48"/>
          <p:cNvGrpSpPr/>
          <p:nvPr/>
        </p:nvGrpSpPr>
        <p:grpSpPr>
          <a:xfrm>
            <a:off x="3761800" y="1931575"/>
            <a:ext cx="1404000" cy="323100"/>
            <a:chOff x="3761800" y="2007775"/>
            <a:chExt cx="1404000" cy="323100"/>
          </a:xfrm>
        </p:grpSpPr>
        <p:sp>
          <p:nvSpPr>
            <p:cNvPr id="320" name="Google Shape;320;p48"/>
            <p:cNvSpPr/>
            <p:nvPr/>
          </p:nvSpPr>
          <p:spPr>
            <a:xfrm>
              <a:off x="3761800" y="2007775"/>
              <a:ext cx="1404000" cy="265500"/>
            </a:xfrm>
            <a:prstGeom prst="rect">
              <a:avLst/>
            </a:prstGeom>
            <a:noFill/>
            <a:ln w="38100" cap="flat" cmpd="sng">
              <a:solidFill>
                <a:srgbClr val="007C9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21" name="Google Shape;321;p48"/>
            <p:cNvSpPr txBox="1"/>
            <p:nvPr/>
          </p:nvSpPr>
          <p:spPr>
            <a:xfrm>
              <a:off x="3761800" y="2007775"/>
              <a:ext cx="1403700" cy="323100"/>
            </a:xfrm>
            <a:prstGeom prst="rect">
              <a:avLst/>
            </a:prstGeom>
            <a:solidFill>
              <a:srgbClr val="FFFFFF"/>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chemeClr val="dk2"/>
                  </a:solidFill>
                  <a:latin typeface="Source Sans Pro"/>
                  <a:ea typeface="Source Sans Pro"/>
                  <a:cs typeface="Source Sans Pro"/>
                  <a:sym typeface="Source Sans Pro"/>
                </a:rPr>
                <a:t>First &amp; Last Name</a:t>
              </a:r>
              <a:endParaRPr sz="900" b="1">
                <a:solidFill>
                  <a:srgbClr val="2E2C28"/>
                </a:solidFill>
                <a:latin typeface="Source Sans Pro"/>
                <a:ea typeface="Source Sans Pro"/>
                <a:cs typeface="Source Sans Pro"/>
                <a:sym typeface="Source Sans Pro"/>
              </a:endParaRPr>
            </a:p>
          </p:txBody>
        </p:sp>
      </p:grpSp>
      <p:sp>
        <p:nvSpPr>
          <p:cNvPr id="322" name="Google Shape;322;p48"/>
          <p:cNvSpPr/>
          <p:nvPr/>
        </p:nvSpPr>
        <p:spPr>
          <a:xfrm>
            <a:off x="995050" y="4503759"/>
            <a:ext cx="1133100" cy="265500"/>
          </a:xfrm>
          <a:prstGeom prst="rect">
            <a:avLst/>
          </a:prstGeom>
          <a:noFill/>
          <a:ln w="19050" cap="flat" cmpd="sng">
            <a:solidFill>
              <a:srgbClr val="D1660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23" name="Google Shape;323;p48"/>
          <p:cNvSpPr txBox="1"/>
          <p:nvPr/>
        </p:nvSpPr>
        <p:spPr>
          <a:xfrm>
            <a:off x="866013" y="4503750"/>
            <a:ext cx="1431600" cy="323100"/>
          </a:xfrm>
          <a:prstGeom prst="rect">
            <a:avLst/>
          </a:prstGeom>
          <a:solidFill>
            <a:srgbClr val="FFFFFF"/>
          </a:solidFill>
          <a:ln w="19050" cap="flat" cmpd="sng">
            <a:solidFill>
              <a:srgbClr val="D1660F"/>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chemeClr val="dk2"/>
                </a:solidFill>
                <a:latin typeface="Source Sans Pro"/>
                <a:ea typeface="Source Sans Pro"/>
                <a:cs typeface="Source Sans Pro"/>
                <a:sym typeface="Source Sans Pro"/>
              </a:rPr>
              <a:t>First &amp; Last Name</a:t>
            </a:r>
            <a:endParaRPr sz="900" b="1">
              <a:solidFill>
                <a:srgbClr val="2E2C28"/>
              </a:solidFill>
              <a:latin typeface="Source Sans Pro"/>
              <a:ea typeface="Source Sans Pro"/>
              <a:cs typeface="Source Sans Pro"/>
              <a:sym typeface="Source Sans Pro"/>
            </a:endParaRPr>
          </a:p>
        </p:txBody>
      </p:sp>
      <p:sp>
        <p:nvSpPr>
          <p:cNvPr id="324" name="Google Shape;324;p48"/>
          <p:cNvSpPr/>
          <p:nvPr/>
        </p:nvSpPr>
        <p:spPr>
          <a:xfrm>
            <a:off x="4203046" y="1917967"/>
            <a:ext cx="513300" cy="31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25" name="Google Shape;325;p48"/>
          <p:cNvSpPr/>
          <p:nvPr/>
        </p:nvSpPr>
        <p:spPr>
          <a:xfrm>
            <a:off x="4142946" y="1364202"/>
            <a:ext cx="623700" cy="622200"/>
          </a:xfrm>
          <a:prstGeom prst="ellipse">
            <a:avLst/>
          </a:prstGeom>
          <a:solidFill>
            <a:srgbClr val="FFFFFF"/>
          </a:solidFill>
          <a:ln w="19050" cap="flat" cmpd="sng">
            <a:solidFill>
              <a:srgbClr val="007C9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alibri"/>
                <a:ea typeface="Calibri"/>
                <a:cs typeface="Calibri"/>
                <a:sym typeface="Calibri"/>
              </a:rPr>
              <a:t> </a:t>
            </a:r>
            <a:endParaRPr>
              <a:latin typeface="Calibri"/>
              <a:ea typeface="Calibri"/>
              <a:cs typeface="Calibri"/>
              <a:sym typeface="Calibri"/>
            </a:endParaRPr>
          </a:p>
        </p:txBody>
      </p:sp>
      <p:grpSp>
        <p:nvGrpSpPr>
          <p:cNvPr id="326" name="Google Shape;326;p48"/>
          <p:cNvGrpSpPr/>
          <p:nvPr/>
        </p:nvGrpSpPr>
        <p:grpSpPr>
          <a:xfrm>
            <a:off x="3140246" y="3390923"/>
            <a:ext cx="2629269" cy="193148"/>
            <a:chOff x="3285254" y="3467166"/>
            <a:chExt cx="2349029" cy="193148"/>
          </a:xfrm>
        </p:grpSpPr>
        <p:sp>
          <p:nvSpPr>
            <p:cNvPr id="327" name="Google Shape;327;p48"/>
            <p:cNvSpPr/>
            <p:nvPr/>
          </p:nvSpPr>
          <p:spPr>
            <a:xfrm>
              <a:off x="3285254" y="3467166"/>
              <a:ext cx="2348772" cy="193139"/>
            </a:xfrm>
            <a:prstGeom prst="rect">
              <a:avLst/>
            </a:prstGeom>
            <a:solidFill>
              <a:srgbClr val="6200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28" name="Google Shape;328;p48"/>
            <p:cNvSpPr txBox="1"/>
            <p:nvPr/>
          </p:nvSpPr>
          <p:spPr>
            <a:xfrm>
              <a:off x="3285261" y="3467176"/>
              <a:ext cx="2349023" cy="193139"/>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i="1">
                  <a:solidFill>
                    <a:srgbClr val="FFFFFF"/>
                  </a:solidFill>
                  <a:latin typeface="Source Sans Pro"/>
                  <a:ea typeface="Source Sans Pro"/>
                  <a:cs typeface="Source Sans Pro"/>
                  <a:sym typeface="Source Sans Pro"/>
                </a:rPr>
                <a:t>Title</a:t>
              </a:r>
              <a:endParaRPr sz="900" b="1" i="1">
                <a:solidFill>
                  <a:srgbClr val="FFFFFF"/>
                </a:solidFill>
                <a:latin typeface="Source Sans Pro"/>
                <a:ea typeface="Source Sans Pro"/>
                <a:cs typeface="Source Sans Pro"/>
                <a:sym typeface="Source Sans Pro"/>
              </a:endParaRPr>
            </a:p>
          </p:txBody>
        </p:sp>
      </p:grpSp>
      <p:pic>
        <p:nvPicPr>
          <p:cNvPr id="329" name="Google Shape;329;p48" title="Headshot-Placeholder.png"/>
          <p:cNvPicPr preferRelativeResize="0"/>
          <p:nvPr/>
        </p:nvPicPr>
        <p:blipFill rotWithShape="1">
          <a:blip r:embed="rId3">
            <a:alphaModFix/>
          </a:blip>
          <a:srcRect l="1238" r="1248"/>
          <a:stretch/>
        </p:blipFill>
        <p:spPr>
          <a:xfrm>
            <a:off x="4208441" y="1420863"/>
            <a:ext cx="492600" cy="505200"/>
          </a:xfrm>
          <a:prstGeom prst="ellipse">
            <a:avLst/>
          </a:prstGeom>
          <a:noFill/>
          <a:ln>
            <a:noFill/>
          </a:ln>
        </p:spPr>
      </p:pic>
      <p:sp>
        <p:nvSpPr>
          <p:cNvPr id="330" name="Google Shape;330;p48"/>
          <p:cNvSpPr/>
          <p:nvPr/>
        </p:nvSpPr>
        <p:spPr>
          <a:xfrm>
            <a:off x="4203046" y="3129951"/>
            <a:ext cx="513300" cy="31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31" name="Google Shape;331;p48"/>
          <p:cNvSpPr/>
          <p:nvPr/>
        </p:nvSpPr>
        <p:spPr>
          <a:xfrm>
            <a:off x="4142946" y="2576186"/>
            <a:ext cx="623700" cy="622200"/>
          </a:xfrm>
          <a:prstGeom prst="ellipse">
            <a:avLst/>
          </a:prstGeom>
          <a:solidFill>
            <a:srgbClr val="FFFFFF"/>
          </a:solidFill>
          <a:ln w="19050" cap="flat" cmpd="sng">
            <a:solidFill>
              <a:srgbClr val="6200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alibri"/>
                <a:ea typeface="Calibri"/>
                <a:cs typeface="Calibri"/>
                <a:sym typeface="Calibri"/>
              </a:rPr>
              <a:t> </a:t>
            </a:r>
            <a:endParaRPr>
              <a:latin typeface="Calibri"/>
              <a:ea typeface="Calibri"/>
              <a:cs typeface="Calibri"/>
              <a:sym typeface="Calibri"/>
            </a:endParaRPr>
          </a:p>
        </p:txBody>
      </p:sp>
      <p:pic>
        <p:nvPicPr>
          <p:cNvPr id="332" name="Google Shape;332;p48" title="Headshot-Placeholder.png"/>
          <p:cNvPicPr preferRelativeResize="0"/>
          <p:nvPr/>
        </p:nvPicPr>
        <p:blipFill rotWithShape="1">
          <a:blip r:embed="rId3">
            <a:alphaModFix/>
          </a:blip>
          <a:srcRect l="1238" r="1248"/>
          <a:stretch/>
        </p:blipFill>
        <p:spPr>
          <a:xfrm>
            <a:off x="4208441" y="2632847"/>
            <a:ext cx="492600" cy="505200"/>
          </a:xfrm>
          <a:prstGeom prst="ellipse">
            <a:avLst/>
          </a:prstGeom>
          <a:noFill/>
          <a:ln>
            <a:noFill/>
          </a:ln>
        </p:spPr>
      </p:pic>
      <p:sp>
        <p:nvSpPr>
          <p:cNvPr id="333" name="Google Shape;333;p48"/>
          <p:cNvSpPr/>
          <p:nvPr/>
        </p:nvSpPr>
        <p:spPr>
          <a:xfrm>
            <a:off x="729852" y="4751167"/>
            <a:ext cx="1592700" cy="193200"/>
          </a:xfrm>
          <a:prstGeom prst="rect">
            <a:avLst/>
          </a:prstGeom>
          <a:solidFill>
            <a:srgbClr val="6200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34" name="Google Shape;334;p48"/>
          <p:cNvSpPr txBox="1"/>
          <p:nvPr/>
        </p:nvSpPr>
        <p:spPr>
          <a:xfrm>
            <a:off x="605501" y="4751175"/>
            <a:ext cx="1912200" cy="193200"/>
          </a:xfrm>
          <a:prstGeom prst="rect">
            <a:avLst/>
          </a:prstGeom>
          <a:solidFill>
            <a:srgbClr val="D1660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i="1">
                <a:solidFill>
                  <a:srgbClr val="FFFFFF"/>
                </a:solidFill>
                <a:latin typeface="Source Sans Pro"/>
                <a:ea typeface="Source Sans Pro"/>
                <a:cs typeface="Source Sans Pro"/>
                <a:sym typeface="Source Sans Pro"/>
              </a:rPr>
              <a:t>Title</a:t>
            </a:r>
            <a:endParaRPr sz="900" b="1" i="1">
              <a:solidFill>
                <a:srgbClr val="FFFFFF"/>
              </a:solidFill>
              <a:latin typeface="Source Sans Pro"/>
              <a:ea typeface="Source Sans Pro"/>
              <a:cs typeface="Source Sans Pro"/>
              <a:sym typeface="Source Sans Pro"/>
            </a:endParaRPr>
          </a:p>
        </p:txBody>
      </p:sp>
      <p:grpSp>
        <p:nvGrpSpPr>
          <p:cNvPr id="335" name="Google Shape;335;p48"/>
          <p:cNvGrpSpPr/>
          <p:nvPr/>
        </p:nvGrpSpPr>
        <p:grpSpPr>
          <a:xfrm>
            <a:off x="3761795" y="719825"/>
            <a:ext cx="1404005" cy="323100"/>
            <a:chOff x="3761795" y="796025"/>
            <a:chExt cx="1404005" cy="323100"/>
          </a:xfrm>
        </p:grpSpPr>
        <p:sp>
          <p:nvSpPr>
            <p:cNvPr id="336" name="Google Shape;336;p48"/>
            <p:cNvSpPr/>
            <p:nvPr/>
          </p:nvSpPr>
          <p:spPr>
            <a:xfrm>
              <a:off x="3761795" y="796025"/>
              <a:ext cx="1404000" cy="265500"/>
            </a:xfrm>
            <a:prstGeom prst="rect">
              <a:avLst/>
            </a:prstGeom>
            <a:noFill/>
            <a:ln w="28575" cap="flat" cmpd="sng">
              <a:solidFill>
                <a:srgbClr val="8C151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37" name="Google Shape;337;p48"/>
            <p:cNvSpPr txBox="1"/>
            <p:nvPr/>
          </p:nvSpPr>
          <p:spPr>
            <a:xfrm>
              <a:off x="3761800" y="796025"/>
              <a:ext cx="1404000" cy="323100"/>
            </a:xfrm>
            <a:prstGeom prst="rect">
              <a:avLst/>
            </a:prstGeom>
            <a:solidFill>
              <a:srgbClr val="FFFFFF"/>
            </a:solidFill>
            <a:ln w="9525" cap="flat" cmpd="sng">
              <a:solidFill>
                <a:srgbClr val="8C1514"/>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2E2C28"/>
                  </a:solidFill>
                  <a:latin typeface="Source Sans Pro"/>
                  <a:ea typeface="Source Sans Pro"/>
                  <a:cs typeface="Source Sans Pro"/>
                  <a:sym typeface="Source Sans Pro"/>
                </a:rPr>
                <a:t>First &amp; Last Name</a:t>
              </a:r>
              <a:endParaRPr sz="900" b="1">
                <a:solidFill>
                  <a:srgbClr val="2E2C28"/>
                </a:solidFill>
                <a:latin typeface="Source Sans Pro"/>
                <a:ea typeface="Source Sans Pro"/>
                <a:cs typeface="Source Sans Pro"/>
                <a:sym typeface="Source Sans Pro"/>
              </a:endParaRPr>
            </a:p>
          </p:txBody>
        </p:sp>
      </p:grpSp>
      <p:sp>
        <p:nvSpPr>
          <p:cNvPr id="338" name="Google Shape;338;p48"/>
          <p:cNvSpPr/>
          <p:nvPr/>
        </p:nvSpPr>
        <p:spPr>
          <a:xfrm>
            <a:off x="1330128" y="4490152"/>
            <a:ext cx="513300" cy="31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39" name="Google Shape;339;p48"/>
          <p:cNvSpPr/>
          <p:nvPr/>
        </p:nvSpPr>
        <p:spPr>
          <a:xfrm>
            <a:off x="1270028" y="3936387"/>
            <a:ext cx="623700" cy="622200"/>
          </a:xfrm>
          <a:prstGeom prst="ellipse">
            <a:avLst/>
          </a:prstGeom>
          <a:solidFill>
            <a:srgbClr val="FFFFFF"/>
          </a:solidFill>
          <a:ln w="19050" cap="flat" cmpd="sng">
            <a:solidFill>
              <a:srgbClr val="D1660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alibri"/>
                <a:ea typeface="Calibri"/>
                <a:cs typeface="Calibri"/>
                <a:sym typeface="Calibri"/>
              </a:rPr>
              <a:t> </a:t>
            </a:r>
            <a:endParaRPr>
              <a:latin typeface="Calibri"/>
              <a:ea typeface="Calibri"/>
              <a:cs typeface="Calibri"/>
              <a:sym typeface="Calibri"/>
            </a:endParaRPr>
          </a:p>
        </p:txBody>
      </p:sp>
      <p:pic>
        <p:nvPicPr>
          <p:cNvPr id="340" name="Google Shape;340;p48" title="Headshot-Placeholder.png"/>
          <p:cNvPicPr preferRelativeResize="0"/>
          <p:nvPr/>
        </p:nvPicPr>
        <p:blipFill rotWithShape="1">
          <a:blip r:embed="rId3">
            <a:alphaModFix/>
          </a:blip>
          <a:srcRect l="1238" r="1248"/>
          <a:stretch/>
        </p:blipFill>
        <p:spPr>
          <a:xfrm>
            <a:off x="1335523" y="3993048"/>
            <a:ext cx="492600" cy="505200"/>
          </a:xfrm>
          <a:prstGeom prst="ellipse">
            <a:avLst/>
          </a:prstGeom>
          <a:noFill/>
          <a:ln>
            <a:noFill/>
          </a:ln>
        </p:spPr>
      </p:pic>
      <p:cxnSp>
        <p:nvCxnSpPr>
          <p:cNvPr id="341" name="Google Shape;341;p48"/>
          <p:cNvCxnSpPr/>
          <p:nvPr/>
        </p:nvCxnSpPr>
        <p:spPr>
          <a:xfrm rot="10800000">
            <a:off x="1589775" y="3769350"/>
            <a:ext cx="6133200" cy="0"/>
          </a:xfrm>
          <a:prstGeom prst="straightConnector1">
            <a:avLst/>
          </a:prstGeom>
          <a:noFill/>
          <a:ln w="9525" cap="flat" cmpd="sng">
            <a:solidFill>
              <a:srgbClr val="888888"/>
            </a:solidFill>
            <a:prstDash val="dot"/>
            <a:round/>
            <a:headEnd type="none" w="med" len="med"/>
            <a:tailEnd type="none" w="med" len="med"/>
          </a:ln>
        </p:spPr>
      </p:cxnSp>
      <p:cxnSp>
        <p:nvCxnSpPr>
          <p:cNvPr id="342" name="Google Shape;342;p48"/>
          <p:cNvCxnSpPr/>
          <p:nvPr/>
        </p:nvCxnSpPr>
        <p:spPr>
          <a:xfrm>
            <a:off x="7722834" y="3801444"/>
            <a:ext cx="0" cy="102900"/>
          </a:xfrm>
          <a:prstGeom prst="straightConnector1">
            <a:avLst/>
          </a:prstGeom>
          <a:noFill/>
          <a:ln w="9525" cap="flat" cmpd="sng">
            <a:solidFill>
              <a:srgbClr val="888888"/>
            </a:solidFill>
            <a:prstDash val="dot"/>
            <a:round/>
            <a:headEnd type="none" w="med" len="med"/>
            <a:tailEnd type="none" w="med" len="med"/>
          </a:ln>
        </p:spPr>
      </p:cxnSp>
      <p:cxnSp>
        <p:nvCxnSpPr>
          <p:cNvPr id="343" name="Google Shape;343;p48"/>
          <p:cNvCxnSpPr/>
          <p:nvPr/>
        </p:nvCxnSpPr>
        <p:spPr>
          <a:xfrm>
            <a:off x="1618726" y="3769369"/>
            <a:ext cx="0" cy="132900"/>
          </a:xfrm>
          <a:prstGeom prst="straightConnector1">
            <a:avLst/>
          </a:prstGeom>
          <a:noFill/>
          <a:ln w="9525" cap="flat" cmpd="sng">
            <a:solidFill>
              <a:srgbClr val="888888"/>
            </a:solidFill>
            <a:prstDash val="dot"/>
            <a:round/>
            <a:headEnd type="none" w="med" len="med"/>
            <a:tailEnd type="none" w="med" len="med"/>
          </a:ln>
        </p:spPr>
      </p:cxnSp>
      <p:grpSp>
        <p:nvGrpSpPr>
          <p:cNvPr id="344" name="Google Shape;344;p48"/>
          <p:cNvGrpSpPr/>
          <p:nvPr/>
        </p:nvGrpSpPr>
        <p:grpSpPr>
          <a:xfrm>
            <a:off x="3140150" y="967720"/>
            <a:ext cx="2629200" cy="203755"/>
            <a:chOff x="3140150" y="1043920"/>
            <a:chExt cx="2629200" cy="203755"/>
          </a:xfrm>
        </p:grpSpPr>
        <p:sp>
          <p:nvSpPr>
            <p:cNvPr id="345" name="Google Shape;345;p48"/>
            <p:cNvSpPr/>
            <p:nvPr/>
          </p:nvSpPr>
          <p:spPr>
            <a:xfrm>
              <a:off x="3140150" y="1054475"/>
              <a:ext cx="2629200" cy="193200"/>
            </a:xfrm>
            <a:prstGeom prst="rect">
              <a:avLst/>
            </a:prstGeom>
            <a:solidFill>
              <a:srgbClr val="8C151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46" name="Google Shape;346;p48"/>
            <p:cNvSpPr txBox="1"/>
            <p:nvPr/>
          </p:nvSpPr>
          <p:spPr>
            <a:xfrm>
              <a:off x="3179326" y="1043920"/>
              <a:ext cx="2581500" cy="20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i="1">
                  <a:solidFill>
                    <a:srgbClr val="FFFFFF"/>
                  </a:solidFill>
                  <a:latin typeface="Source Sans Pro"/>
                  <a:ea typeface="Source Sans Pro"/>
                  <a:cs typeface="Source Sans Pro"/>
                  <a:sym typeface="Source Sans Pro"/>
                </a:rPr>
                <a:t>Title</a:t>
              </a:r>
              <a:endParaRPr sz="900" b="1" i="1">
                <a:solidFill>
                  <a:srgbClr val="FFFFFF"/>
                </a:solidFill>
                <a:latin typeface="Source Sans Pro"/>
                <a:ea typeface="Source Sans Pro"/>
                <a:cs typeface="Source Sans Pro"/>
                <a:sym typeface="Source Sans Pro"/>
              </a:endParaRPr>
            </a:p>
          </p:txBody>
        </p:sp>
      </p:grpSp>
      <p:sp>
        <p:nvSpPr>
          <p:cNvPr id="347" name="Google Shape;347;p48"/>
          <p:cNvSpPr/>
          <p:nvPr/>
        </p:nvSpPr>
        <p:spPr>
          <a:xfrm>
            <a:off x="4203046" y="706207"/>
            <a:ext cx="513300" cy="31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48" name="Google Shape;348;p48"/>
          <p:cNvSpPr/>
          <p:nvPr/>
        </p:nvSpPr>
        <p:spPr>
          <a:xfrm>
            <a:off x="4142946" y="152443"/>
            <a:ext cx="623700" cy="622200"/>
          </a:xfrm>
          <a:prstGeom prst="ellipse">
            <a:avLst/>
          </a:prstGeom>
          <a:solidFill>
            <a:srgbClr val="FFFFFF"/>
          </a:solidFill>
          <a:ln w="19050" cap="flat" cmpd="sng">
            <a:solidFill>
              <a:srgbClr val="8C151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alibri"/>
                <a:ea typeface="Calibri"/>
                <a:cs typeface="Calibri"/>
                <a:sym typeface="Calibri"/>
              </a:rPr>
              <a:t> </a:t>
            </a:r>
            <a:endParaRPr>
              <a:latin typeface="Calibri"/>
              <a:ea typeface="Calibri"/>
              <a:cs typeface="Calibri"/>
              <a:sym typeface="Calibri"/>
            </a:endParaRPr>
          </a:p>
        </p:txBody>
      </p:sp>
      <p:pic>
        <p:nvPicPr>
          <p:cNvPr id="349" name="Google Shape;349;p48" title="Headshot-Placeholder.png"/>
          <p:cNvPicPr preferRelativeResize="0"/>
          <p:nvPr/>
        </p:nvPicPr>
        <p:blipFill rotWithShape="1">
          <a:blip r:embed="rId3">
            <a:alphaModFix/>
          </a:blip>
          <a:srcRect l="1248" r="1248"/>
          <a:stretch/>
        </p:blipFill>
        <p:spPr>
          <a:xfrm>
            <a:off x="4208441" y="209104"/>
            <a:ext cx="492600" cy="505200"/>
          </a:xfrm>
          <a:prstGeom prst="ellipse">
            <a:avLst/>
          </a:prstGeom>
          <a:noFill/>
          <a:ln>
            <a:noFill/>
          </a:ln>
        </p:spPr>
      </p:pic>
      <p:cxnSp>
        <p:nvCxnSpPr>
          <p:cNvPr id="350" name="Google Shape;350;p48"/>
          <p:cNvCxnSpPr/>
          <p:nvPr/>
        </p:nvCxnSpPr>
        <p:spPr>
          <a:xfrm>
            <a:off x="4469497" y="1201717"/>
            <a:ext cx="0" cy="132300"/>
          </a:xfrm>
          <a:prstGeom prst="straightConnector1">
            <a:avLst/>
          </a:prstGeom>
          <a:noFill/>
          <a:ln w="9525" cap="flat" cmpd="sng">
            <a:solidFill>
              <a:srgbClr val="888888"/>
            </a:solidFill>
            <a:prstDash val="dot"/>
            <a:round/>
            <a:headEnd type="none" w="med" len="med"/>
            <a:tailEnd type="none" w="med" len="med"/>
          </a:ln>
        </p:spPr>
      </p:cxnSp>
      <p:cxnSp>
        <p:nvCxnSpPr>
          <p:cNvPr id="351" name="Google Shape;351;p48"/>
          <p:cNvCxnSpPr/>
          <p:nvPr/>
        </p:nvCxnSpPr>
        <p:spPr>
          <a:xfrm>
            <a:off x="4469497" y="2411710"/>
            <a:ext cx="0" cy="132300"/>
          </a:xfrm>
          <a:prstGeom prst="straightConnector1">
            <a:avLst/>
          </a:prstGeom>
          <a:noFill/>
          <a:ln w="9525" cap="flat" cmpd="sng">
            <a:solidFill>
              <a:srgbClr val="888888"/>
            </a:solidFill>
            <a:prstDash val="dot"/>
            <a:round/>
            <a:headEnd type="none" w="med" len="med"/>
            <a:tailEnd type="none" w="med" len="med"/>
          </a:ln>
        </p:spPr>
      </p:cxnSp>
      <p:sp>
        <p:nvSpPr>
          <p:cNvPr id="352" name="Google Shape;352;p48"/>
          <p:cNvSpPr txBox="1"/>
          <p:nvPr/>
        </p:nvSpPr>
        <p:spPr>
          <a:xfrm>
            <a:off x="0" y="-7950"/>
            <a:ext cx="2116800" cy="530400"/>
          </a:xfrm>
          <a:prstGeom prst="rect">
            <a:avLst/>
          </a:prstGeom>
          <a:solidFill>
            <a:srgbClr val="595959"/>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353" name="Google Shape;353;p48"/>
          <p:cNvSpPr txBox="1"/>
          <p:nvPr/>
        </p:nvSpPr>
        <p:spPr>
          <a:xfrm>
            <a:off x="-19438" y="-7951"/>
            <a:ext cx="2309100" cy="530400"/>
          </a:xfrm>
          <a:prstGeom prst="rect">
            <a:avLst/>
          </a:prstGeom>
          <a:solidFill>
            <a:srgbClr val="53565A"/>
          </a:solidFill>
          <a:ln>
            <a:noFill/>
          </a:ln>
        </p:spPr>
        <p:txBody>
          <a:bodyPr spcFirstLastPara="1" wrap="square" lIns="91425" tIns="91425" rIns="91425" bIns="91425" anchor="ctr" anchorCtr="0">
            <a:noAutofit/>
          </a:bodyPr>
          <a:lstStyle/>
          <a:p>
            <a:pPr marL="0" lvl="0" indent="0" algn="ctr" rtl="0">
              <a:lnSpc>
                <a:spcPct val="80000"/>
              </a:lnSpc>
              <a:spcBef>
                <a:spcPts val="0"/>
              </a:spcBef>
              <a:spcAft>
                <a:spcPts val="0"/>
              </a:spcAft>
              <a:buClr>
                <a:srgbClr val="000000"/>
              </a:buClr>
              <a:buSzPts val="1100"/>
              <a:buFont typeface="Arial"/>
              <a:buNone/>
            </a:pPr>
            <a:r>
              <a:rPr lang="en" sz="2400" i="1">
                <a:solidFill>
                  <a:srgbClr val="FFFFFF"/>
                </a:solidFill>
                <a:latin typeface="Georgia"/>
                <a:ea typeface="Georgia"/>
                <a:cs typeface="Georgia"/>
                <a:sym typeface="Georgia"/>
              </a:rPr>
              <a:t>Org Chart</a:t>
            </a:r>
            <a:endParaRPr sz="2400" i="1">
              <a:solidFill>
                <a:srgbClr val="FFFFFF"/>
              </a:solidFill>
              <a:latin typeface="Georgia"/>
              <a:ea typeface="Georgia"/>
              <a:cs typeface="Georgia"/>
              <a:sym typeface="Georgia"/>
            </a:endParaRPr>
          </a:p>
        </p:txBody>
      </p:sp>
      <p:grpSp>
        <p:nvGrpSpPr>
          <p:cNvPr id="354" name="Google Shape;354;p48"/>
          <p:cNvGrpSpPr/>
          <p:nvPr/>
        </p:nvGrpSpPr>
        <p:grpSpPr>
          <a:xfrm>
            <a:off x="3140150" y="2194325"/>
            <a:ext cx="2629200" cy="203750"/>
            <a:chOff x="3140150" y="1043925"/>
            <a:chExt cx="2629200" cy="203750"/>
          </a:xfrm>
        </p:grpSpPr>
        <p:sp>
          <p:nvSpPr>
            <p:cNvPr id="355" name="Google Shape;355;p48"/>
            <p:cNvSpPr/>
            <p:nvPr/>
          </p:nvSpPr>
          <p:spPr>
            <a:xfrm>
              <a:off x="3140150" y="1054475"/>
              <a:ext cx="2629200" cy="193200"/>
            </a:xfrm>
            <a:prstGeom prst="rect">
              <a:avLst/>
            </a:prstGeom>
            <a:solidFill>
              <a:srgbClr val="007C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56" name="Google Shape;356;p48"/>
            <p:cNvSpPr txBox="1"/>
            <p:nvPr/>
          </p:nvSpPr>
          <p:spPr>
            <a:xfrm>
              <a:off x="3140150" y="1043925"/>
              <a:ext cx="2620800" cy="20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i="1">
                  <a:solidFill>
                    <a:srgbClr val="FFFFFF"/>
                  </a:solidFill>
                  <a:latin typeface="Source Sans Pro"/>
                  <a:ea typeface="Source Sans Pro"/>
                  <a:cs typeface="Source Sans Pro"/>
                  <a:sym typeface="Source Sans Pro"/>
                </a:rPr>
                <a:t>Title</a:t>
              </a:r>
              <a:endParaRPr sz="900" b="1" i="1">
                <a:solidFill>
                  <a:srgbClr val="FFFFFF"/>
                </a:solidFill>
                <a:latin typeface="Source Sans Pro"/>
                <a:ea typeface="Source Sans Pro"/>
                <a:cs typeface="Source Sans Pro"/>
                <a:sym typeface="Source Sans Pro"/>
              </a:endParaRPr>
            </a:p>
          </p:txBody>
        </p:sp>
      </p:grpSp>
      <p:sp>
        <p:nvSpPr>
          <p:cNvPr id="357" name="Google Shape;357;p48"/>
          <p:cNvSpPr/>
          <p:nvPr/>
        </p:nvSpPr>
        <p:spPr>
          <a:xfrm>
            <a:off x="3024300" y="4503759"/>
            <a:ext cx="1133100" cy="265500"/>
          </a:xfrm>
          <a:prstGeom prst="rect">
            <a:avLst/>
          </a:prstGeom>
          <a:noFill/>
          <a:ln w="19050" cap="flat" cmpd="sng">
            <a:solidFill>
              <a:srgbClr val="D1660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58" name="Google Shape;358;p48"/>
          <p:cNvSpPr txBox="1"/>
          <p:nvPr/>
        </p:nvSpPr>
        <p:spPr>
          <a:xfrm>
            <a:off x="2895263" y="4503750"/>
            <a:ext cx="1431600" cy="323100"/>
          </a:xfrm>
          <a:prstGeom prst="rect">
            <a:avLst/>
          </a:prstGeom>
          <a:solidFill>
            <a:srgbClr val="FFFFFF"/>
          </a:solidFill>
          <a:ln w="19050" cap="flat" cmpd="sng">
            <a:solidFill>
              <a:srgbClr val="D1660F"/>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chemeClr val="dk2"/>
                </a:solidFill>
                <a:latin typeface="Source Sans Pro"/>
                <a:ea typeface="Source Sans Pro"/>
                <a:cs typeface="Source Sans Pro"/>
                <a:sym typeface="Source Sans Pro"/>
              </a:rPr>
              <a:t>First &amp; Last Name</a:t>
            </a:r>
            <a:endParaRPr sz="900" b="1">
              <a:solidFill>
                <a:srgbClr val="2E2C28"/>
              </a:solidFill>
              <a:latin typeface="Source Sans Pro"/>
              <a:ea typeface="Source Sans Pro"/>
              <a:cs typeface="Source Sans Pro"/>
              <a:sym typeface="Source Sans Pro"/>
            </a:endParaRPr>
          </a:p>
        </p:txBody>
      </p:sp>
      <p:sp>
        <p:nvSpPr>
          <p:cNvPr id="359" name="Google Shape;359;p48"/>
          <p:cNvSpPr/>
          <p:nvPr/>
        </p:nvSpPr>
        <p:spPr>
          <a:xfrm>
            <a:off x="2759102" y="4751167"/>
            <a:ext cx="1592700" cy="193200"/>
          </a:xfrm>
          <a:prstGeom prst="rect">
            <a:avLst/>
          </a:prstGeom>
          <a:solidFill>
            <a:srgbClr val="6200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60" name="Google Shape;360;p48"/>
          <p:cNvSpPr txBox="1"/>
          <p:nvPr/>
        </p:nvSpPr>
        <p:spPr>
          <a:xfrm>
            <a:off x="2634751" y="4751175"/>
            <a:ext cx="1912200" cy="193200"/>
          </a:xfrm>
          <a:prstGeom prst="rect">
            <a:avLst/>
          </a:prstGeom>
          <a:solidFill>
            <a:srgbClr val="D1660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i="1">
                <a:solidFill>
                  <a:srgbClr val="FFFFFF"/>
                </a:solidFill>
                <a:latin typeface="Source Sans Pro"/>
                <a:ea typeface="Source Sans Pro"/>
                <a:cs typeface="Source Sans Pro"/>
                <a:sym typeface="Source Sans Pro"/>
              </a:rPr>
              <a:t>Title</a:t>
            </a:r>
            <a:endParaRPr sz="900" b="1" i="1">
              <a:solidFill>
                <a:srgbClr val="FFFFFF"/>
              </a:solidFill>
              <a:latin typeface="Source Sans Pro"/>
              <a:ea typeface="Source Sans Pro"/>
              <a:cs typeface="Source Sans Pro"/>
              <a:sym typeface="Source Sans Pro"/>
            </a:endParaRPr>
          </a:p>
        </p:txBody>
      </p:sp>
      <p:sp>
        <p:nvSpPr>
          <p:cNvPr id="361" name="Google Shape;361;p48"/>
          <p:cNvSpPr/>
          <p:nvPr/>
        </p:nvSpPr>
        <p:spPr>
          <a:xfrm>
            <a:off x="3359378" y="4490152"/>
            <a:ext cx="513300" cy="31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62" name="Google Shape;362;p48"/>
          <p:cNvSpPr/>
          <p:nvPr/>
        </p:nvSpPr>
        <p:spPr>
          <a:xfrm>
            <a:off x="3299278" y="3936387"/>
            <a:ext cx="623700" cy="622200"/>
          </a:xfrm>
          <a:prstGeom prst="ellipse">
            <a:avLst/>
          </a:prstGeom>
          <a:solidFill>
            <a:srgbClr val="FFFFFF"/>
          </a:solidFill>
          <a:ln w="19050" cap="flat" cmpd="sng">
            <a:solidFill>
              <a:srgbClr val="D1660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alibri"/>
                <a:ea typeface="Calibri"/>
                <a:cs typeface="Calibri"/>
                <a:sym typeface="Calibri"/>
              </a:rPr>
              <a:t> </a:t>
            </a:r>
            <a:endParaRPr>
              <a:latin typeface="Calibri"/>
              <a:ea typeface="Calibri"/>
              <a:cs typeface="Calibri"/>
              <a:sym typeface="Calibri"/>
            </a:endParaRPr>
          </a:p>
        </p:txBody>
      </p:sp>
      <p:pic>
        <p:nvPicPr>
          <p:cNvPr id="363" name="Google Shape;363;p48" title="Headshot-Placeholder.png"/>
          <p:cNvPicPr preferRelativeResize="0"/>
          <p:nvPr/>
        </p:nvPicPr>
        <p:blipFill rotWithShape="1">
          <a:blip r:embed="rId3">
            <a:alphaModFix/>
          </a:blip>
          <a:srcRect l="1238" r="1248"/>
          <a:stretch/>
        </p:blipFill>
        <p:spPr>
          <a:xfrm>
            <a:off x="3364773" y="3993048"/>
            <a:ext cx="492600" cy="505200"/>
          </a:xfrm>
          <a:prstGeom prst="ellipse">
            <a:avLst/>
          </a:prstGeom>
          <a:noFill/>
          <a:ln>
            <a:noFill/>
          </a:ln>
        </p:spPr>
      </p:pic>
      <p:sp>
        <p:nvSpPr>
          <p:cNvPr id="364" name="Google Shape;364;p48"/>
          <p:cNvSpPr/>
          <p:nvPr/>
        </p:nvSpPr>
        <p:spPr>
          <a:xfrm>
            <a:off x="5067350" y="4503759"/>
            <a:ext cx="1133100" cy="265500"/>
          </a:xfrm>
          <a:prstGeom prst="rect">
            <a:avLst/>
          </a:prstGeom>
          <a:noFill/>
          <a:ln w="19050" cap="flat" cmpd="sng">
            <a:solidFill>
              <a:srgbClr val="D1660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65" name="Google Shape;365;p48"/>
          <p:cNvSpPr txBox="1"/>
          <p:nvPr/>
        </p:nvSpPr>
        <p:spPr>
          <a:xfrm>
            <a:off x="4938313" y="4503750"/>
            <a:ext cx="1431600" cy="323100"/>
          </a:xfrm>
          <a:prstGeom prst="rect">
            <a:avLst/>
          </a:prstGeom>
          <a:solidFill>
            <a:srgbClr val="FFFFFF"/>
          </a:solidFill>
          <a:ln w="19050" cap="flat" cmpd="sng">
            <a:solidFill>
              <a:srgbClr val="D1660F"/>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chemeClr val="dk2"/>
                </a:solidFill>
                <a:latin typeface="Source Sans Pro"/>
                <a:ea typeface="Source Sans Pro"/>
                <a:cs typeface="Source Sans Pro"/>
                <a:sym typeface="Source Sans Pro"/>
              </a:rPr>
              <a:t>First &amp; Last Name</a:t>
            </a:r>
            <a:endParaRPr sz="900" b="1">
              <a:solidFill>
                <a:srgbClr val="2E2C28"/>
              </a:solidFill>
              <a:latin typeface="Source Sans Pro"/>
              <a:ea typeface="Source Sans Pro"/>
              <a:cs typeface="Source Sans Pro"/>
              <a:sym typeface="Source Sans Pro"/>
            </a:endParaRPr>
          </a:p>
        </p:txBody>
      </p:sp>
      <p:sp>
        <p:nvSpPr>
          <p:cNvPr id="366" name="Google Shape;366;p48"/>
          <p:cNvSpPr/>
          <p:nvPr/>
        </p:nvSpPr>
        <p:spPr>
          <a:xfrm>
            <a:off x="4802152" y="4751167"/>
            <a:ext cx="1592700" cy="193200"/>
          </a:xfrm>
          <a:prstGeom prst="rect">
            <a:avLst/>
          </a:prstGeom>
          <a:solidFill>
            <a:srgbClr val="6200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67" name="Google Shape;367;p48"/>
          <p:cNvSpPr txBox="1"/>
          <p:nvPr/>
        </p:nvSpPr>
        <p:spPr>
          <a:xfrm>
            <a:off x="4677801" y="4751175"/>
            <a:ext cx="1912200" cy="193200"/>
          </a:xfrm>
          <a:prstGeom prst="rect">
            <a:avLst/>
          </a:prstGeom>
          <a:solidFill>
            <a:srgbClr val="D1660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i="1">
                <a:solidFill>
                  <a:srgbClr val="FFFFFF"/>
                </a:solidFill>
                <a:latin typeface="Source Sans Pro"/>
                <a:ea typeface="Source Sans Pro"/>
                <a:cs typeface="Source Sans Pro"/>
                <a:sym typeface="Source Sans Pro"/>
              </a:rPr>
              <a:t>Title</a:t>
            </a:r>
            <a:endParaRPr sz="900" b="1" i="1">
              <a:solidFill>
                <a:srgbClr val="FFFFFF"/>
              </a:solidFill>
              <a:latin typeface="Source Sans Pro"/>
              <a:ea typeface="Source Sans Pro"/>
              <a:cs typeface="Source Sans Pro"/>
              <a:sym typeface="Source Sans Pro"/>
            </a:endParaRPr>
          </a:p>
        </p:txBody>
      </p:sp>
      <p:sp>
        <p:nvSpPr>
          <p:cNvPr id="368" name="Google Shape;368;p48"/>
          <p:cNvSpPr/>
          <p:nvPr/>
        </p:nvSpPr>
        <p:spPr>
          <a:xfrm>
            <a:off x="5402428" y="4490152"/>
            <a:ext cx="513300" cy="31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69" name="Google Shape;369;p48"/>
          <p:cNvSpPr/>
          <p:nvPr/>
        </p:nvSpPr>
        <p:spPr>
          <a:xfrm>
            <a:off x="5342328" y="3936387"/>
            <a:ext cx="623700" cy="622200"/>
          </a:xfrm>
          <a:prstGeom prst="ellipse">
            <a:avLst/>
          </a:prstGeom>
          <a:solidFill>
            <a:srgbClr val="FFFFFF"/>
          </a:solidFill>
          <a:ln w="19050" cap="flat" cmpd="sng">
            <a:solidFill>
              <a:srgbClr val="D1660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alibri"/>
                <a:ea typeface="Calibri"/>
                <a:cs typeface="Calibri"/>
                <a:sym typeface="Calibri"/>
              </a:rPr>
              <a:t> </a:t>
            </a:r>
            <a:endParaRPr>
              <a:latin typeface="Calibri"/>
              <a:ea typeface="Calibri"/>
              <a:cs typeface="Calibri"/>
              <a:sym typeface="Calibri"/>
            </a:endParaRPr>
          </a:p>
        </p:txBody>
      </p:sp>
      <p:pic>
        <p:nvPicPr>
          <p:cNvPr id="370" name="Google Shape;370;p48" title="Headshot-Placeholder.png"/>
          <p:cNvPicPr preferRelativeResize="0"/>
          <p:nvPr/>
        </p:nvPicPr>
        <p:blipFill rotWithShape="1">
          <a:blip r:embed="rId3">
            <a:alphaModFix/>
          </a:blip>
          <a:srcRect l="1238" r="1248"/>
          <a:stretch/>
        </p:blipFill>
        <p:spPr>
          <a:xfrm>
            <a:off x="5407823" y="3993048"/>
            <a:ext cx="492600" cy="505200"/>
          </a:xfrm>
          <a:prstGeom prst="ellipse">
            <a:avLst/>
          </a:prstGeom>
          <a:noFill/>
          <a:ln>
            <a:noFill/>
          </a:ln>
        </p:spPr>
      </p:pic>
      <p:sp>
        <p:nvSpPr>
          <p:cNvPr id="371" name="Google Shape;371;p48"/>
          <p:cNvSpPr/>
          <p:nvPr/>
        </p:nvSpPr>
        <p:spPr>
          <a:xfrm>
            <a:off x="7131100" y="4503759"/>
            <a:ext cx="1133100" cy="265500"/>
          </a:xfrm>
          <a:prstGeom prst="rect">
            <a:avLst/>
          </a:prstGeom>
          <a:noFill/>
          <a:ln w="19050" cap="flat" cmpd="sng">
            <a:solidFill>
              <a:srgbClr val="D1660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72" name="Google Shape;372;p48"/>
          <p:cNvSpPr txBox="1"/>
          <p:nvPr/>
        </p:nvSpPr>
        <p:spPr>
          <a:xfrm>
            <a:off x="7002063" y="4503750"/>
            <a:ext cx="1431600" cy="323100"/>
          </a:xfrm>
          <a:prstGeom prst="rect">
            <a:avLst/>
          </a:prstGeom>
          <a:solidFill>
            <a:srgbClr val="FFFFFF"/>
          </a:solidFill>
          <a:ln w="19050" cap="flat" cmpd="sng">
            <a:solidFill>
              <a:srgbClr val="D1660F"/>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chemeClr val="dk2"/>
                </a:solidFill>
                <a:latin typeface="Source Sans Pro"/>
                <a:ea typeface="Source Sans Pro"/>
                <a:cs typeface="Source Sans Pro"/>
                <a:sym typeface="Source Sans Pro"/>
              </a:rPr>
              <a:t>First &amp; Last Name</a:t>
            </a:r>
            <a:endParaRPr sz="900" b="1">
              <a:solidFill>
                <a:srgbClr val="2E2C28"/>
              </a:solidFill>
              <a:latin typeface="Source Sans Pro"/>
              <a:ea typeface="Source Sans Pro"/>
              <a:cs typeface="Source Sans Pro"/>
              <a:sym typeface="Source Sans Pro"/>
            </a:endParaRPr>
          </a:p>
        </p:txBody>
      </p:sp>
      <p:sp>
        <p:nvSpPr>
          <p:cNvPr id="373" name="Google Shape;373;p48"/>
          <p:cNvSpPr/>
          <p:nvPr/>
        </p:nvSpPr>
        <p:spPr>
          <a:xfrm>
            <a:off x="6865902" y="4751167"/>
            <a:ext cx="1592700" cy="193200"/>
          </a:xfrm>
          <a:prstGeom prst="rect">
            <a:avLst/>
          </a:prstGeom>
          <a:solidFill>
            <a:srgbClr val="6200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74" name="Google Shape;374;p48"/>
          <p:cNvSpPr txBox="1"/>
          <p:nvPr/>
        </p:nvSpPr>
        <p:spPr>
          <a:xfrm>
            <a:off x="6741551" y="4751175"/>
            <a:ext cx="1912200" cy="193200"/>
          </a:xfrm>
          <a:prstGeom prst="rect">
            <a:avLst/>
          </a:prstGeom>
          <a:solidFill>
            <a:srgbClr val="D1660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i="1">
                <a:solidFill>
                  <a:srgbClr val="FFFFFF"/>
                </a:solidFill>
                <a:latin typeface="Source Sans Pro"/>
                <a:ea typeface="Source Sans Pro"/>
                <a:cs typeface="Source Sans Pro"/>
                <a:sym typeface="Source Sans Pro"/>
              </a:rPr>
              <a:t>Title</a:t>
            </a:r>
            <a:endParaRPr sz="900" b="1" i="1">
              <a:solidFill>
                <a:srgbClr val="FFFFFF"/>
              </a:solidFill>
              <a:latin typeface="Source Sans Pro"/>
              <a:ea typeface="Source Sans Pro"/>
              <a:cs typeface="Source Sans Pro"/>
              <a:sym typeface="Source Sans Pro"/>
            </a:endParaRPr>
          </a:p>
        </p:txBody>
      </p:sp>
      <p:sp>
        <p:nvSpPr>
          <p:cNvPr id="375" name="Google Shape;375;p48"/>
          <p:cNvSpPr/>
          <p:nvPr/>
        </p:nvSpPr>
        <p:spPr>
          <a:xfrm>
            <a:off x="7466178" y="4490152"/>
            <a:ext cx="513300" cy="315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76" name="Google Shape;376;p48"/>
          <p:cNvSpPr/>
          <p:nvPr/>
        </p:nvSpPr>
        <p:spPr>
          <a:xfrm>
            <a:off x="7406078" y="3936387"/>
            <a:ext cx="623700" cy="622200"/>
          </a:xfrm>
          <a:prstGeom prst="ellipse">
            <a:avLst/>
          </a:prstGeom>
          <a:solidFill>
            <a:srgbClr val="FFFFFF"/>
          </a:solidFill>
          <a:ln w="19050" cap="flat" cmpd="sng">
            <a:solidFill>
              <a:srgbClr val="D1660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alibri"/>
                <a:ea typeface="Calibri"/>
                <a:cs typeface="Calibri"/>
                <a:sym typeface="Calibri"/>
              </a:rPr>
              <a:t> </a:t>
            </a:r>
            <a:endParaRPr>
              <a:latin typeface="Calibri"/>
              <a:ea typeface="Calibri"/>
              <a:cs typeface="Calibri"/>
              <a:sym typeface="Calibri"/>
            </a:endParaRPr>
          </a:p>
        </p:txBody>
      </p:sp>
      <p:pic>
        <p:nvPicPr>
          <p:cNvPr id="377" name="Google Shape;377;p48" title="Headshot-Placeholder.png"/>
          <p:cNvPicPr preferRelativeResize="0"/>
          <p:nvPr/>
        </p:nvPicPr>
        <p:blipFill rotWithShape="1">
          <a:blip r:embed="rId3">
            <a:alphaModFix/>
          </a:blip>
          <a:srcRect l="1238" r="1248"/>
          <a:stretch/>
        </p:blipFill>
        <p:spPr>
          <a:xfrm>
            <a:off x="7471573" y="3993048"/>
            <a:ext cx="492600" cy="505200"/>
          </a:xfrm>
          <a:prstGeom prst="ellipse">
            <a:avLst/>
          </a:prstGeom>
          <a:noFill/>
          <a:ln>
            <a:noFill/>
          </a:ln>
        </p:spPr>
      </p:pic>
      <p:cxnSp>
        <p:nvCxnSpPr>
          <p:cNvPr id="378" name="Google Shape;378;p48"/>
          <p:cNvCxnSpPr/>
          <p:nvPr/>
        </p:nvCxnSpPr>
        <p:spPr>
          <a:xfrm>
            <a:off x="3622851" y="3769369"/>
            <a:ext cx="0" cy="132900"/>
          </a:xfrm>
          <a:prstGeom prst="straightConnector1">
            <a:avLst/>
          </a:prstGeom>
          <a:noFill/>
          <a:ln w="9525" cap="flat" cmpd="sng">
            <a:solidFill>
              <a:srgbClr val="888888"/>
            </a:solidFill>
            <a:prstDash val="dot"/>
            <a:round/>
            <a:headEnd type="none" w="med" len="med"/>
            <a:tailEnd type="none" w="med" len="med"/>
          </a:ln>
        </p:spPr>
      </p:cxnSp>
      <p:cxnSp>
        <p:nvCxnSpPr>
          <p:cNvPr id="379" name="Google Shape;379;p48"/>
          <p:cNvCxnSpPr/>
          <p:nvPr/>
        </p:nvCxnSpPr>
        <p:spPr>
          <a:xfrm>
            <a:off x="5654476" y="3769369"/>
            <a:ext cx="0" cy="132900"/>
          </a:xfrm>
          <a:prstGeom prst="straightConnector1">
            <a:avLst/>
          </a:prstGeom>
          <a:noFill/>
          <a:ln w="9525" cap="flat" cmpd="sng">
            <a:solidFill>
              <a:srgbClr val="888888"/>
            </a:solidFill>
            <a:prstDash val="dot"/>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9"/>
          <p:cNvSpPr/>
          <p:nvPr/>
        </p:nvSpPr>
        <p:spPr>
          <a:xfrm rot="10800000" flipH="1">
            <a:off x="7225" y="1350575"/>
            <a:ext cx="9136800" cy="3808800"/>
          </a:xfrm>
          <a:prstGeom prst="rect">
            <a:avLst/>
          </a:prstGeom>
          <a:solidFill>
            <a:srgbClr val="E7E6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85" name="Google Shape;385;p49"/>
          <p:cNvSpPr/>
          <p:nvPr/>
        </p:nvSpPr>
        <p:spPr>
          <a:xfrm rot="10800000" flipH="1">
            <a:off x="-7950" y="3580401"/>
            <a:ext cx="8019672" cy="1116199"/>
          </a:xfrm>
          <a:custGeom>
            <a:avLst/>
            <a:gdLst/>
            <a:ahLst/>
            <a:cxnLst/>
            <a:rect l="l" t="t" r="r" b="b"/>
            <a:pathLst>
              <a:path w="6284" h="1149" extrusionOk="0">
                <a:moveTo>
                  <a:pt x="6284" y="576"/>
                </a:moveTo>
                <a:lnTo>
                  <a:pt x="5814" y="0"/>
                </a:lnTo>
                <a:lnTo>
                  <a:pt x="5814" y="155"/>
                </a:lnTo>
                <a:lnTo>
                  <a:pt x="0" y="155"/>
                </a:lnTo>
                <a:lnTo>
                  <a:pt x="0" y="995"/>
                </a:lnTo>
                <a:lnTo>
                  <a:pt x="5814" y="995"/>
                </a:lnTo>
                <a:lnTo>
                  <a:pt x="5814" y="1149"/>
                </a:lnTo>
                <a:lnTo>
                  <a:pt x="6284" y="576"/>
                </a:lnTo>
                <a:close/>
              </a:path>
            </a:pathLst>
          </a:custGeom>
          <a:solidFill>
            <a:srgbClr val="D1660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386" name="Google Shape;386;p49"/>
          <p:cNvSpPr/>
          <p:nvPr/>
        </p:nvSpPr>
        <p:spPr>
          <a:xfrm rot="10800000" flipH="1">
            <a:off x="-7941" y="2783922"/>
            <a:ext cx="7160084" cy="1116190"/>
          </a:xfrm>
          <a:custGeom>
            <a:avLst/>
            <a:gdLst/>
            <a:ahLst/>
            <a:cxnLst/>
            <a:rect l="l" t="t" r="r" b="b"/>
            <a:pathLst>
              <a:path w="6284" h="1149" extrusionOk="0">
                <a:moveTo>
                  <a:pt x="6284" y="576"/>
                </a:moveTo>
                <a:lnTo>
                  <a:pt x="5814" y="0"/>
                </a:lnTo>
                <a:lnTo>
                  <a:pt x="5814" y="155"/>
                </a:lnTo>
                <a:lnTo>
                  <a:pt x="0" y="155"/>
                </a:lnTo>
                <a:lnTo>
                  <a:pt x="0" y="995"/>
                </a:lnTo>
                <a:lnTo>
                  <a:pt x="5814" y="995"/>
                </a:lnTo>
                <a:lnTo>
                  <a:pt x="5814" y="1149"/>
                </a:lnTo>
                <a:lnTo>
                  <a:pt x="6284" y="576"/>
                </a:lnTo>
                <a:close/>
              </a:path>
            </a:pathLst>
          </a:custGeom>
          <a:solidFill>
            <a:srgbClr val="A72A1E"/>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387" name="Google Shape;387;p49"/>
          <p:cNvSpPr/>
          <p:nvPr/>
        </p:nvSpPr>
        <p:spPr>
          <a:xfrm>
            <a:off x="-7941" y="1977613"/>
            <a:ext cx="6262036" cy="1116199"/>
          </a:xfrm>
          <a:custGeom>
            <a:avLst/>
            <a:gdLst/>
            <a:ahLst/>
            <a:cxnLst/>
            <a:rect l="l" t="t" r="r" b="b"/>
            <a:pathLst>
              <a:path w="5375" h="1149" extrusionOk="0">
                <a:moveTo>
                  <a:pt x="5375" y="574"/>
                </a:moveTo>
                <a:lnTo>
                  <a:pt x="4906" y="0"/>
                </a:lnTo>
                <a:lnTo>
                  <a:pt x="4906" y="155"/>
                </a:lnTo>
                <a:lnTo>
                  <a:pt x="0" y="155"/>
                </a:lnTo>
                <a:lnTo>
                  <a:pt x="0" y="993"/>
                </a:lnTo>
                <a:lnTo>
                  <a:pt x="4906" y="993"/>
                </a:lnTo>
                <a:lnTo>
                  <a:pt x="4906" y="1149"/>
                </a:lnTo>
                <a:lnTo>
                  <a:pt x="5375" y="574"/>
                </a:lnTo>
                <a:close/>
              </a:path>
            </a:pathLst>
          </a:custGeom>
          <a:solidFill>
            <a:srgbClr val="62005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388" name="Google Shape;388;p49"/>
          <p:cNvSpPr/>
          <p:nvPr/>
        </p:nvSpPr>
        <p:spPr>
          <a:xfrm>
            <a:off x="-7951" y="1169375"/>
            <a:ext cx="5389748" cy="1116199"/>
          </a:xfrm>
          <a:custGeom>
            <a:avLst/>
            <a:gdLst/>
            <a:ahLst/>
            <a:cxnLst/>
            <a:rect l="l" t="t" r="r" b="b"/>
            <a:pathLst>
              <a:path w="4467" h="1149" extrusionOk="0">
                <a:moveTo>
                  <a:pt x="4467" y="576"/>
                </a:moveTo>
                <a:lnTo>
                  <a:pt x="3997" y="0"/>
                </a:lnTo>
                <a:lnTo>
                  <a:pt x="3997" y="156"/>
                </a:lnTo>
                <a:lnTo>
                  <a:pt x="0" y="156"/>
                </a:lnTo>
                <a:lnTo>
                  <a:pt x="0" y="995"/>
                </a:lnTo>
                <a:lnTo>
                  <a:pt x="3997" y="995"/>
                </a:lnTo>
                <a:lnTo>
                  <a:pt x="3997" y="1149"/>
                </a:lnTo>
                <a:lnTo>
                  <a:pt x="4467" y="576"/>
                </a:lnTo>
                <a:close/>
              </a:path>
            </a:pathLst>
          </a:custGeom>
          <a:solidFill>
            <a:srgbClr val="007C9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389" name="Google Shape;389;p49"/>
          <p:cNvSpPr txBox="1"/>
          <p:nvPr/>
        </p:nvSpPr>
        <p:spPr>
          <a:xfrm>
            <a:off x="1860874" y="1358013"/>
            <a:ext cx="27078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rgbClr val="FFFFFF"/>
                </a:solidFill>
                <a:latin typeface="Source Sans Pro"/>
                <a:ea typeface="Source Sans Pro"/>
                <a:cs typeface="Source Sans Pro"/>
                <a:sym typeface="Source Sans Pro"/>
              </a:rPr>
              <a:t>Replace these icons with icons that fit your needs</a:t>
            </a:r>
            <a:endParaRPr sz="1800">
              <a:solidFill>
                <a:srgbClr val="FFFFFF"/>
              </a:solidFill>
              <a:latin typeface="Source Sans Pro"/>
              <a:ea typeface="Source Sans Pro"/>
              <a:cs typeface="Source Sans Pro"/>
              <a:sym typeface="Source Sans Pro"/>
            </a:endParaRPr>
          </a:p>
        </p:txBody>
      </p:sp>
      <p:sp>
        <p:nvSpPr>
          <p:cNvPr id="390" name="Google Shape;390;p49"/>
          <p:cNvSpPr txBox="1"/>
          <p:nvPr/>
        </p:nvSpPr>
        <p:spPr>
          <a:xfrm>
            <a:off x="1860874" y="2218775"/>
            <a:ext cx="5228700" cy="654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rgbClr val="FFFFFF"/>
                </a:solidFill>
                <a:latin typeface="Source Sans Pro"/>
                <a:ea typeface="Source Sans Pro"/>
                <a:cs typeface="Source Sans Pro"/>
                <a:sym typeface="Source Sans Pro"/>
              </a:rPr>
              <a:t>Text</a:t>
            </a:r>
            <a:endParaRPr sz="1800">
              <a:solidFill>
                <a:srgbClr val="FFFFFF"/>
              </a:solidFill>
              <a:latin typeface="Source Sans Pro"/>
              <a:ea typeface="Source Sans Pro"/>
              <a:cs typeface="Source Sans Pro"/>
              <a:sym typeface="Source Sans Pro"/>
            </a:endParaRPr>
          </a:p>
        </p:txBody>
      </p:sp>
      <p:sp>
        <p:nvSpPr>
          <p:cNvPr id="391" name="Google Shape;391;p49"/>
          <p:cNvSpPr txBox="1"/>
          <p:nvPr/>
        </p:nvSpPr>
        <p:spPr>
          <a:xfrm>
            <a:off x="1860874" y="3005500"/>
            <a:ext cx="5330400" cy="688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rgbClr val="FFFFFF"/>
                </a:solidFill>
                <a:latin typeface="Source Sans Pro"/>
                <a:ea typeface="Source Sans Pro"/>
                <a:cs typeface="Source Sans Pro"/>
                <a:sym typeface="Source Sans Pro"/>
              </a:rPr>
              <a:t>Text</a:t>
            </a:r>
            <a:endParaRPr sz="1800">
              <a:solidFill>
                <a:srgbClr val="FFFFFF"/>
              </a:solidFill>
              <a:latin typeface="Source Sans Pro"/>
              <a:ea typeface="Source Sans Pro"/>
              <a:cs typeface="Source Sans Pro"/>
              <a:sym typeface="Source Sans Pro"/>
            </a:endParaRPr>
          </a:p>
        </p:txBody>
      </p:sp>
      <p:pic>
        <p:nvPicPr>
          <p:cNvPr id="392" name="Google Shape;392;p49"/>
          <p:cNvPicPr preferRelativeResize="0"/>
          <p:nvPr/>
        </p:nvPicPr>
        <p:blipFill>
          <a:blip r:embed="rId3">
            <a:alphaModFix/>
          </a:blip>
          <a:stretch>
            <a:fillRect/>
          </a:stretch>
        </p:blipFill>
        <p:spPr>
          <a:xfrm>
            <a:off x="1114657" y="3129859"/>
            <a:ext cx="414527" cy="414525"/>
          </a:xfrm>
          <a:prstGeom prst="rect">
            <a:avLst/>
          </a:prstGeom>
          <a:noFill/>
          <a:ln>
            <a:noFill/>
          </a:ln>
        </p:spPr>
      </p:pic>
      <p:pic>
        <p:nvPicPr>
          <p:cNvPr id="393" name="Google Shape;393;p49"/>
          <p:cNvPicPr preferRelativeResize="0"/>
          <p:nvPr/>
        </p:nvPicPr>
        <p:blipFill>
          <a:blip r:embed="rId4">
            <a:alphaModFix/>
          </a:blip>
          <a:stretch>
            <a:fillRect/>
          </a:stretch>
        </p:blipFill>
        <p:spPr>
          <a:xfrm>
            <a:off x="1081046" y="2311325"/>
            <a:ext cx="558218" cy="446569"/>
          </a:xfrm>
          <a:prstGeom prst="rect">
            <a:avLst/>
          </a:prstGeom>
          <a:noFill/>
          <a:ln>
            <a:noFill/>
          </a:ln>
        </p:spPr>
      </p:pic>
      <p:pic>
        <p:nvPicPr>
          <p:cNvPr id="394" name="Google Shape;394;p49"/>
          <p:cNvPicPr preferRelativeResize="0"/>
          <p:nvPr/>
        </p:nvPicPr>
        <p:blipFill>
          <a:blip r:embed="rId5">
            <a:alphaModFix/>
          </a:blip>
          <a:stretch>
            <a:fillRect/>
          </a:stretch>
        </p:blipFill>
        <p:spPr>
          <a:xfrm>
            <a:off x="1100233" y="1464914"/>
            <a:ext cx="519845" cy="519844"/>
          </a:xfrm>
          <a:prstGeom prst="rect">
            <a:avLst/>
          </a:prstGeom>
          <a:noFill/>
          <a:ln>
            <a:noFill/>
          </a:ln>
        </p:spPr>
      </p:pic>
      <p:sp>
        <p:nvSpPr>
          <p:cNvPr id="395" name="Google Shape;395;p49"/>
          <p:cNvSpPr txBox="1"/>
          <p:nvPr/>
        </p:nvSpPr>
        <p:spPr>
          <a:xfrm>
            <a:off x="1860874" y="3826125"/>
            <a:ext cx="5330400" cy="654300"/>
          </a:xfrm>
          <a:prstGeom prst="rect">
            <a:avLst/>
          </a:prstGeom>
          <a:noFill/>
          <a:ln>
            <a:noFill/>
          </a:ln>
        </p:spPr>
        <p:txBody>
          <a:bodyPr spcFirstLastPara="1" wrap="square" lIns="91425" tIns="91425" rIns="91425" bIns="91425" anchor="ctr" anchorCtr="0">
            <a:noAutofit/>
          </a:bodyPr>
          <a:lstStyle/>
          <a:p>
            <a:pPr marL="0" lvl="0" indent="0" algn="l" rtl="0">
              <a:lnSpc>
                <a:spcPct val="200000"/>
              </a:lnSpc>
              <a:spcBef>
                <a:spcPts val="0"/>
              </a:spcBef>
              <a:spcAft>
                <a:spcPts val="0"/>
              </a:spcAft>
              <a:buNone/>
            </a:pPr>
            <a:r>
              <a:rPr lang="en" sz="1800" b="1">
                <a:solidFill>
                  <a:srgbClr val="FFFFFF"/>
                </a:solidFill>
                <a:latin typeface="Source Sans Pro"/>
                <a:ea typeface="Source Sans Pro"/>
                <a:cs typeface="Source Sans Pro"/>
                <a:sym typeface="Source Sans Pro"/>
              </a:rPr>
              <a:t>Text</a:t>
            </a:r>
            <a:endParaRPr sz="1800">
              <a:solidFill>
                <a:srgbClr val="FFFFFF"/>
              </a:solidFill>
              <a:latin typeface="Source Sans Pro"/>
              <a:ea typeface="Source Sans Pro"/>
              <a:cs typeface="Source Sans Pro"/>
              <a:sym typeface="Source Sans Pro"/>
            </a:endParaRPr>
          </a:p>
        </p:txBody>
      </p:sp>
      <p:pic>
        <p:nvPicPr>
          <p:cNvPr id="396" name="Google Shape;396;p49"/>
          <p:cNvPicPr preferRelativeResize="0"/>
          <p:nvPr/>
        </p:nvPicPr>
        <p:blipFill rotWithShape="1">
          <a:blip r:embed="rId6">
            <a:alphaModFix/>
          </a:blip>
          <a:srcRect l="-23170" r="-15989"/>
          <a:stretch/>
        </p:blipFill>
        <p:spPr>
          <a:xfrm>
            <a:off x="975275" y="3919725"/>
            <a:ext cx="659226" cy="414525"/>
          </a:xfrm>
          <a:prstGeom prst="rect">
            <a:avLst/>
          </a:prstGeom>
          <a:noFill/>
          <a:ln>
            <a:noFill/>
          </a:ln>
        </p:spPr>
      </p:pic>
      <p:sp>
        <p:nvSpPr>
          <p:cNvPr id="397" name="Google Shape;397;p49"/>
          <p:cNvSpPr txBox="1"/>
          <p:nvPr/>
        </p:nvSpPr>
        <p:spPr>
          <a:xfrm>
            <a:off x="304800" y="308525"/>
            <a:ext cx="30000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800" i="1">
                <a:solidFill>
                  <a:srgbClr val="595959"/>
                </a:solidFill>
                <a:latin typeface="Georgia"/>
                <a:ea typeface="Georgia"/>
                <a:cs typeface="Georgia"/>
                <a:sym typeface="Georgia"/>
              </a:rPr>
              <a:t>Goals </a:t>
            </a:r>
            <a:endParaRPr sz="2700" i="1">
              <a:solidFill>
                <a:srgbClr val="595959"/>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0"/>
          <p:cNvSpPr/>
          <p:nvPr/>
        </p:nvSpPr>
        <p:spPr>
          <a:xfrm>
            <a:off x="2493300" y="0"/>
            <a:ext cx="3273000" cy="4478400"/>
          </a:xfrm>
          <a:prstGeom prst="rect">
            <a:avLst/>
          </a:prstGeom>
          <a:solidFill>
            <a:srgbClr val="F4F4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03" name="Google Shape;403;p50"/>
          <p:cNvSpPr txBox="1"/>
          <p:nvPr/>
        </p:nvSpPr>
        <p:spPr>
          <a:xfrm>
            <a:off x="0" y="0"/>
            <a:ext cx="2502600" cy="2143200"/>
          </a:xfrm>
          <a:prstGeom prst="rect">
            <a:avLst/>
          </a:prstGeom>
          <a:solidFill>
            <a:srgbClr val="8C1515"/>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404" name="Google Shape;404;p50"/>
          <p:cNvSpPr txBox="1"/>
          <p:nvPr/>
        </p:nvSpPr>
        <p:spPr>
          <a:xfrm>
            <a:off x="157625" y="0"/>
            <a:ext cx="2079300" cy="2069700"/>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Clr>
                <a:srgbClr val="000000"/>
              </a:buClr>
              <a:buSzPts val="1100"/>
              <a:buFont typeface="Arial"/>
              <a:buNone/>
            </a:pPr>
            <a:r>
              <a:rPr lang="en" sz="2400" b="1">
                <a:solidFill>
                  <a:srgbClr val="FFFFFF"/>
                </a:solidFill>
                <a:latin typeface="Source Sans Pro"/>
                <a:ea typeface="Source Sans Pro"/>
                <a:cs typeface="Source Sans Pro"/>
                <a:sym typeface="Source Sans Pro"/>
              </a:rPr>
              <a:t>Title</a:t>
            </a:r>
            <a:endParaRPr sz="2400" b="1">
              <a:solidFill>
                <a:srgbClr val="FFFFFF"/>
              </a:solidFill>
              <a:latin typeface="Source Sans Pro"/>
              <a:ea typeface="Source Sans Pro"/>
              <a:cs typeface="Source Sans Pro"/>
              <a:sym typeface="Source Sans Pro"/>
            </a:endParaRPr>
          </a:p>
        </p:txBody>
      </p:sp>
      <p:sp>
        <p:nvSpPr>
          <p:cNvPr id="405" name="Google Shape;405;p50"/>
          <p:cNvSpPr txBox="1"/>
          <p:nvPr/>
        </p:nvSpPr>
        <p:spPr>
          <a:xfrm>
            <a:off x="0" y="2143200"/>
            <a:ext cx="2502600" cy="732900"/>
          </a:xfrm>
          <a:prstGeom prst="rect">
            <a:avLst/>
          </a:prstGeom>
          <a:solidFill>
            <a:srgbClr val="007C9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406" name="Google Shape;406;p50"/>
          <p:cNvSpPr txBox="1"/>
          <p:nvPr/>
        </p:nvSpPr>
        <p:spPr>
          <a:xfrm>
            <a:off x="2617925" y="461100"/>
            <a:ext cx="3096900" cy="2424300"/>
          </a:xfrm>
          <a:prstGeom prst="rect">
            <a:avLst/>
          </a:prstGeom>
          <a:noFill/>
          <a:ln>
            <a:noFill/>
          </a:ln>
        </p:spPr>
        <p:txBody>
          <a:bodyPr spcFirstLastPara="1" wrap="square" lIns="91425" tIns="91425" rIns="91425" bIns="91425" anchor="t" anchorCtr="0">
            <a:spAutoFit/>
          </a:bodyPr>
          <a:lstStyle/>
          <a:p>
            <a:pPr marL="164592" marR="0" lvl="0" indent="-147320" algn="l" rtl="0">
              <a:lnSpc>
                <a:spcPct val="100000"/>
              </a:lnSpc>
              <a:spcBef>
                <a:spcPts val="0"/>
              </a:spcBef>
              <a:spcAft>
                <a:spcPts val="0"/>
              </a:spcAft>
              <a:buClr>
                <a:srgbClr val="620059"/>
              </a:buClr>
              <a:buSzPts val="1600"/>
              <a:buFont typeface="Source Sans Pro"/>
              <a:buChar char="●"/>
            </a:pPr>
            <a:r>
              <a:rPr lang="en" sz="1600">
                <a:solidFill>
                  <a:srgbClr val="2E2C28"/>
                </a:solidFill>
                <a:latin typeface="Source Sans Pro"/>
                <a:ea typeface="Source Sans Pro"/>
                <a:cs typeface="Source Sans Pro"/>
                <a:sym typeface="Source Sans Pro"/>
              </a:rPr>
              <a:t>If your bullet color defaults to black, do the following: </a:t>
            </a:r>
            <a:endParaRPr sz="1600">
              <a:solidFill>
                <a:srgbClr val="2E2C28"/>
              </a:solidFill>
              <a:latin typeface="Source Sans Pro"/>
              <a:ea typeface="Source Sans Pro"/>
              <a:cs typeface="Source Sans Pro"/>
              <a:sym typeface="Source Sans Pro"/>
            </a:endParaRPr>
          </a:p>
          <a:p>
            <a:pPr marL="342900" marR="0" lvl="1" indent="-158750" algn="l" rtl="0">
              <a:lnSpc>
                <a:spcPct val="100000"/>
              </a:lnSpc>
              <a:spcBef>
                <a:spcPts val="700"/>
              </a:spcBef>
              <a:spcAft>
                <a:spcPts val="0"/>
              </a:spcAft>
              <a:buClr>
                <a:srgbClr val="5D135F"/>
              </a:buClr>
              <a:buSzPts val="1600"/>
              <a:buFont typeface="Source Sans Pro"/>
              <a:buChar char="○"/>
            </a:pPr>
            <a:r>
              <a:rPr lang="en" sz="1600">
                <a:solidFill>
                  <a:srgbClr val="2E2C28"/>
                </a:solidFill>
                <a:latin typeface="Source Sans Pro"/>
                <a:ea typeface="Source Sans Pro"/>
                <a:cs typeface="Source Sans Pro"/>
                <a:sym typeface="Source Sans Pro"/>
              </a:rPr>
              <a:t>Finish your bulleted list </a:t>
            </a:r>
            <a:endParaRPr sz="1600">
              <a:solidFill>
                <a:srgbClr val="2E2C28"/>
              </a:solidFill>
              <a:latin typeface="Source Sans Pro"/>
              <a:ea typeface="Source Sans Pro"/>
              <a:cs typeface="Source Sans Pro"/>
              <a:sym typeface="Source Sans Pro"/>
            </a:endParaRPr>
          </a:p>
          <a:p>
            <a:pPr marL="342900" marR="0" lvl="1" indent="-158750" algn="l" rtl="0">
              <a:lnSpc>
                <a:spcPct val="100000"/>
              </a:lnSpc>
              <a:spcBef>
                <a:spcPts val="700"/>
              </a:spcBef>
              <a:spcAft>
                <a:spcPts val="0"/>
              </a:spcAft>
              <a:buClr>
                <a:srgbClr val="5D135F"/>
              </a:buClr>
              <a:buSzPts val="1600"/>
              <a:buFont typeface="Source Sans Pro"/>
              <a:buChar char="○"/>
            </a:pPr>
            <a:r>
              <a:rPr lang="en" sz="1600">
                <a:solidFill>
                  <a:srgbClr val="2E2C28"/>
                </a:solidFill>
                <a:latin typeface="Source Sans Pro"/>
                <a:ea typeface="Source Sans Pro"/>
                <a:cs typeface="Source Sans Pro"/>
                <a:sym typeface="Source Sans Pro"/>
              </a:rPr>
              <a:t>Highlight the bullets by clicking on a bullet (not the text)</a:t>
            </a:r>
            <a:endParaRPr sz="1600">
              <a:solidFill>
                <a:srgbClr val="2E2C28"/>
              </a:solidFill>
              <a:latin typeface="Source Sans Pro"/>
              <a:ea typeface="Source Sans Pro"/>
              <a:cs typeface="Source Sans Pro"/>
              <a:sym typeface="Source Sans Pro"/>
            </a:endParaRPr>
          </a:p>
          <a:p>
            <a:pPr marL="342900" marR="0" lvl="1" indent="-158750" algn="l" rtl="0">
              <a:lnSpc>
                <a:spcPct val="100000"/>
              </a:lnSpc>
              <a:spcBef>
                <a:spcPts val="700"/>
              </a:spcBef>
              <a:spcAft>
                <a:spcPts val="700"/>
              </a:spcAft>
              <a:buClr>
                <a:srgbClr val="5D135F"/>
              </a:buClr>
              <a:buSzPts val="1600"/>
              <a:buFont typeface="Source Sans Pro"/>
              <a:buChar char="○"/>
            </a:pPr>
            <a:r>
              <a:rPr lang="en" sz="1600">
                <a:solidFill>
                  <a:srgbClr val="2E2C28"/>
                </a:solidFill>
                <a:latin typeface="Source Sans Pro"/>
                <a:ea typeface="Source Sans Pro"/>
                <a:cs typeface="Source Sans Pro"/>
                <a:sym typeface="Source Sans Pro"/>
              </a:rPr>
              <a:t>Change the text color using the toolbar above</a:t>
            </a:r>
            <a:endParaRPr sz="1600">
              <a:solidFill>
                <a:srgbClr val="2E2C28"/>
              </a:solidFill>
              <a:latin typeface="Source Sans Pro"/>
              <a:ea typeface="Source Sans Pro"/>
              <a:cs typeface="Source Sans Pro"/>
              <a:sym typeface="Source Sans Pro"/>
            </a:endParaRPr>
          </a:p>
        </p:txBody>
      </p:sp>
      <p:sp>
        <p:nvSpPr>
          <p:cNvPr id="407" name="Google Shape;407;p50"/>
          <p:cNvSpPr txBox="1"/>
          <p:nvPr/>
        </p:nvSpPr>
        <p:spPr>
          <a:xfrm>
            <a:off x="5867225" y="461100"/>
            <a:ext cx="3355200" cy="431100"/>
          </a:xfrm>
          <a:prstGeom prst="rect">
            <a:avLst/>
          </a:prstGeom>
          <a:noFill/>
          <a:ln>
            <a:noFill/>
          </a:ln>
        </p:spPr>
        <p:txBody>
          <a:bodyPr spcFirstLastPara="1" wrap="square" lIns="91425" tIns="91425" rIns="91425" bIns="91425" anchor="t" anchorCtr="0">
            <a:spAutoFit/>
          </a:bodyPr>
          <a:lstStyle/>
          <a:p>
            <a:pPr marL="164592" marR="0" lvl="0" indent="-147320" algn="l" rtl="0">
              <a:lnSpc>
                <a:spcPct val="100000"/>
              </a:lnSpc>
              <a:spcBef>
                <a:spcPts val="0"/>
              </a:spcBef>
              <a:spcAft>
                <a:spcPts val="700"/>
              </a:spcAft>
              <a:buClr>
                <a:srgbClr val="D1660F"/>
              </a:buClr>
              <a:buSzPts val="1600"/>
              <a:buFont typeface="Source Sans Pro"/>
              <a:buChar char="●"/>
            </a:pPr>
            <a:r>
              <a:rPr lang="en" sz="1600">
                <a:solidFill>
                  <a:srgbClr val="2E2C28"/>
                </a:solidFill>
                <a:latin typeface="Source Sans Pro"/>
                <a:ea typeface="Source Sans Pro"/>
                <a:cs typeface="Source Sans Pro"/>
                <a:sym typeface="Source Sans Pro"/>
              </a:rPr>
              <a:t>Add text here</a:t>
            </a:r>
            <a:endParaRPr sz="1600">
              <a:solidFill>
                <a:srgbClr val="2E2C28"/>
              </a:solidFill>
              <a:latin typeface="Source Sans Pro"/>
              <a:ea typeface="Source Sans Pro"/>
              <a:cs typeface="Source Sans Pro"/>
              <a:sym typeface="Source Sans Pro"/>
            </a:endParaRPr>
          </a:p>
        </p:txBody>
      </p:sp>
      <p:sp>
        <p:nvSpPr>
          <p:cNvPr id="408" name="Google Shape;408;p50"/>
          <p:cNvSpPr txBox="1"/>
          <p:nvPr/>
        </p:nvSpPr>
        <p:spPr>
          <a:xfrm>
            <a:off x="0" y="4469425"/>
            <a:ext cx="9144000" cy="674100"/>
          </a:xfrm>
          <a:prstGeom prst="rect">
            <a:avLst/>
          </a:prstGeom>
          <a:solidFill>
            <a:srgbClr val="53565A"/>
          </a:solidFill>
          <a:ln>
            <a:noFill/>
          </a:ln>
        </p:spPr>
        <p:txBody>
          <a:bodyPr spcFirstLastPara="1" wrap="square" lIns="182875" tIns="91425" rIns="182875" bIns="91425" anchor="ctr" anchorCtr="0">
            <a:noAutofit/>
          </a:bodyPr>
          <a:lstStyle/>
          <a:p>
            <a:pPr marL="0" lvl="0" indent="0" algn="l" rtl="0">
              <a:lnSpc>
                <a:spcPct val="100000"/>
              </a:lnSpc>
              <a:spcBef>
                <a:spcPts val="0"/>
              </a:spcBef>
              <a:spcAft>
                <a:spcPts val="0"/>
              </a:spcAft>
              <a:buNone/>
            </a:pPr>
            <a:endParaRPr sz="1700" i="1">
              <a:solidFill>
                <a:srgbClr val="FFFFFF"/>
              </a:solidFill>
              <a:latin typeface="Georgia"/>
              <a:ea typeface="Georgia"/>
              <a:cs typeface="Georgia"/>
              <a:sym typeface="Georgia"/>
            </a:endParaRPr>
          </a:p>
        </p:txBody>
      </p:sp>
      <p:sp>
        <p:nvSpPr>
          <p:cNvPr id="409" name="Google Shape;409;p50"/>
          <p:cNvSpPr txBox="1"/>
          <p:nvPr/>
        </p:nvSpPr>
        <p:spPr>
          <a:xfrm>
            <a:off x="190925" y="2963200"/>
            <a:ext cx="2274600" cy="431100"/>
          </a:xfrm>
          <a:prstGeom prst="rect">
            <a:avLst/>
          </a:prstGeom>
          <a:noFill/>
          <a:ln>
            <a:noFill/>
          </a:ln>
        </p:spPr>
        <p:txBody>
          <a:bodyPr spcFirstLastPara="1" wrap="square" lIns="0" tIns="91425" rIns="91425" bIns="91425" anchor="t" anchorCtr="0">
            <a:spAutoFit/>
          </a:bodyPr>
          <a:lstStyle/>
          <a:p>
            <a:pPr marL="164592" lvl="0" indent="-147320" algn="l" rtl="0">
              <a:lnSpc>
                <a:spcPct val="100000"/>
              </a:lnSpc>
              <a:spcBef>
                <a:spcPts val="0"/>
              </a:spcBef>
              <a:spcAft>
                <a:spcPts val="700"/>
              </a:spcAft>
              <a:buClr>
                <a:srgbClr val="007C92"/>
              </a:buClr>
              <a:buSzPts val="1600"/>
              <a:buFont typeface="Source Sans Pro"/>
              <a:buChar char="●"/>
            </a:pPr>
            <a:r>
              <a:rPr lang="en" sz="1600">
                <a:solidFill>
                  <a:srgbClr val="2E2C28"/>
                </a:solidFill>
                <a:latin typeface="Source Sans Pro"/>
                <a:ea typeface="Source Sans Pro"/>
                <a:cs typeface="Source Sans Pro"/>
                <a:sym typeface="Source Sans Pro"/>
              </a:rPr>
              <a:t>Add text here </a:t>
            </a:r>
            <a:endParaRPr sz="1600">
              <a:solidFill>
                <a:srgbClr val="2E2C28"/>
              </a:solidFill>
              <a:latin typeface="Source Sans Pro"/>
              <a:ea typeface="Source Sans Pro"/>
              <a:cs typeface="Source Sans Pro"/>
              <a:sym typeface="Source Sans Pro"/>
            </a:endParaRPr>
          </a:p>
        </p:txBody>
      </p:sp>
      <p:sp>
        <p:nvSpPr>
          <p:cNvPr id="410" name="Google Shape;410;p50"/>
          <p:cNvSpPr txBox="1"/>
          <p:nvPr/>
        </p:nvSpPr>
        <p:spPr>
          <a:xfrm>
            <a:off x="142500" y="2156400"/>
            <a:ext cx="2274600" cy="732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600"/>
              </a:spcAft>
              <a:buNone/>
            </a:pPr>
            <a:r>
              <a:rPr lang="en" b="1">
                <a:solidFill>
                  <a:schemeClr val="lt1"/>
                </a:solidFill>
                <a:latin typeface="Source Sans Pro"/>
                <a:ea typeface="Source Sans Pro"/>
                <a:cs typeface="Source Sans Pro"/>
                <a:sym typeface="Source Sans Pro"/>
              </a:rPr>
              <a:t>Subtitle</a:t>
            </a:r>
            <a:endParaRPr b="1">
              <a:solidFill>
                <a:schemeClr val="lt1"/>
              </a:solidFill>
              <a:latin typeface="Source Sans Pro"/>
              <a:ea typeface="Source Sans Pro"/>
              <a:cs typeface="Source Sans Pro"/>
              <a:sym typeface="Source Sans Pro"/>
            </a:endParaRPr>
          </a:p>
        </p:txBody>
      </p:sp>
      <p:sp>
        <p:nvSpPr>
          <p:cNvPr id="411" name="Google Shape;411;p50"/>
          <p:cNvSpPr/>
          <p:nvPr/>
        </p:nvSpPr>
        <p:spPr>
          <a:xfrm>
            <a:off x="5766300" y="0"/>
            <a:ext cx="3374700" cy="461100"/>
          </a:xfrm>
          <a:prstGeom prst="rect">
            <a:avLst/>
          </a:prstGeom>
          <a:solidFill>
            <a:srgbClr val="D1660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12" name="Google Shape;412;p50"/>
          <p:cNvSpPr/>
          <p:nvPr/>
        </p:nvSpPr>
        <p:spPr>
          <a:xfrm>
            <a:off x="2502445" y="0"/>
            <a:ext cx="3273000" cy="461100"/>
          </a:xfrm>
          <a:prstGeom prst="rect">
            <a:avLst/>
          </a:prstGeom>
          <a:solidFill>
            <a:srgbClr val="6200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13" name="Google Shape;413;p50"/>
          <p:cNvSpPr txBox="1"/>
          <p:nvPr/>
        </p:nvSpPr>
        <p:spPr>
          <a:xfrm>
            <a:off x="2682250" y="0"/>
            <a:ext cx="3000000" cy="461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600"/>
              </a:spcAft>
              <a:buNone/>
            </a:pPr>
            <a:r>
              <a:rPr lang="en" b="1">
                <a:solidFill>
                  <a:schemeClr val="lt1"/>
                </a:solidFill>
                <a:latin typeface="Source Sans Pro"/>
                <a:ea typeface="Source Sans Pro"/>
                <a:cs typeface="Source Sans Pro"/>
                <a:sym typeface="Source Sans Pro"/>
              </a:rPr>
              <a:t>Subtitle</a:t>
            </a:r>
            <a:endParaRPr b="1">
              <a:solidFill>
                <a:schemeClr val="lt1"/>
              </a:solidFill>
              <a:latin typeface="Source Sans Pro"/>
              <a:ea typeface="Source Sans Pro"/>
              <a:cs typeface="Source Sans Pro"/>
              <a:sym typeface="Source Sans Pro"/>
            </a:endParaRPr>
          </a:p>
        </p:txBody>
      </p:sp>
      <p:sp>
        <p:nvSpPr>
          <p:cNvPr id="414" name="Google Shape;414;p50"/>
          <p:cNvSpPr txBox="1"/>
          <p:nvPr/>
        </p:nvSpPr>
        <p:spPr>
          <a:xfrm>
            <a:off x="5906028" y="0"/>
            <a:ext cx="3000000" cy="461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500"/>
              </a:spcAft>
              <a:buNone/>
            </a:pPr>
            <a:r>
              <a:rPr lang="en" b="1">
                <a:solidFill>
                  <a:schemeClr val="lt1"/>
                </a:solidFill>
                <a:latin typeface="Source Sans Pro"/>
                <a:ea typeface="Source Sans Pro"/>
                <a:cs typeface="Source Sans Pro"/>
                <a:sym typeface="Source Sans Pro"/>
              </a:rPr>
              <a:t>Subtitle</a:t>
            </a:r>
            <a:endParaRPr b="1">
              <a:solidFill>
                <a:schemeClr val="lt1"/>
              </a:solidFill>
              <a:latin typeface="Source Sans Pro"/>
              <a:ea typeface="Source Sans Pro"/>
              <a:cs typeface="Source Sans Pro"/>
              <a:sym typeface="Source Sans Pro"/>
            </a:endParaRPr>
          </a:p>
        </p:txBody>
      </p:sp>
      <p:pic>
        <p:nvPicPr>
          <p:cNvPr id="415" name="Google Shape;415;p50" title="University-IT_wordmark_horizontal_white.png"/>
          <p:cNvPicPr preferRelativeResize="0"/>
          <p:nvPr/>
        </p:nvPicPr>
        <p:blipFill>
          <a:blip r:embed="rId3">
            <a:alphaModFix/>
          </a:blip>
          <a:stretch>
            <a:fillRect/>
          </a:stretch>
        </p:blipFill>
        <p:spPr>
          <a:xfrm>
            <a:off x="7009450" y="4581563"/>
            <a:ext cx="2006201" cy="449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51"/>
          <p:cNvSpPr/>
          <p:nvPr/>
        </p:nvSpPr>
        <p:spPr>
          <a:xfrm>
            <a:off x="6828425" y="793400"/>
            <a:ext cx="2315700" cy="4350000"/>
          </a:xfrm>
          <a:prstGeom prst="rect">
            <a:avLst/>
          </a:prstGeom>
          <a:solidFill>
            <a:srgbClr val="D166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51"/>
          <p:cNvSpPr/>
          <p:nvPr/>
        </p:nvSpPr>
        <p:spPr>
          <a:xfrm rot="-2700000">
            <a:off x="6613130" y="891803"/>
            <a:ext cx="492995" cy="492995"/>
          </a:xfrm>
          <a:prstGeom prst="rect">
            <a:avLst/>
          </a:prstGeom>
          <a:solidFill>
            <a:srgbClr val="A72A1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2" name="Google Shape;422;p51"/>
          <p:cNvSpPr/>
          <p:nvPr/>
        </p:nvSpPr>
        <p:spPr>
          <a:xfrm>
            <a:off x="4578324" y="793276"/>
            <a:ext cx="2283000" cy="4349400"/>
          </a:xfrm>
          <a:prstGeom prst="rect">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51"/>
          <p:cNvSpPr/>
          <p:nvPr/>
        </p:nvSpPr>
        <p:spPr>
          <a:xfrm rot="-2700000">
            <a:off x="4361355" y="891803"/>
            <a:ext cx="492995" cy="492995"/>
          </a:xfrm>
          <a:prstGeom prst="rect">
            <a:avLst/>
          </a:prstGeom>
          <a:solidFill>
            <a:srgbClr val="6200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4" name="Google Shape;424;p51"/>
          <p:cNvSpPr/>
          <p:nvPr/>
        </p:nvSpPr>
        <p:spPr>
          <a:xfrm>
            <a:off x="2295294" y="793275"/>
            <a:ext cx="2315700" cy="4350000"/>
          </a:xfrm>
          <a:prstGeom prst="rect">
            <a:avLst/>
          </a:prstGeom>
          <a:solidFill>
            <a:srgbClr val="6200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51"/>
          <p:cNvSpPr/>
          <p:nvPr/>
        </p:nvSpPr>
        <p:spPr>
          <a:xfrm rot="-2700000">
            <a:off x="2084930" y="891803"/>
            <a:ext cx="492995" cy="492995"/>
          </a:xfrm>
          <a:prstGeom prst="rect">
            <a:avLst/>
          </a:prstGeom>
          <a:solidFill>
            <a:srgbClr val="007C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6" name="Google Shape;426;p51"/>
          <p:cNvSpPr/>
          <p:nvPr/>
        </p:nvSpPr>
        <p:spPr>
          <a:xfrm>
            <a:off x="0" y="793275"/>
            <a:ext cx="2327700" cy="4350000"/>
          </a:xfrm>
          <a:prstGeom prst="rect">
            <a:avLst/>
          </a:prstGeom>
          <a:solidFill>
            <a:srgbClr val="007C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51"/>
          <p:cNvSpPr/>
          <p:nvPr/>
        </p:nvSpPr>
        <p:spPr>
          <a:xfrm>
            <a:off x="75" y="792825"/>
            <a:ext cx="9144000" cy="690900"/>
          </a:xfrm>
          <a:prstGeom prst="rect">
            <a:avLst/>
          </a:prstGeom>
          <a:solidFill>
            <a:srgbClr val="FFFFFF">
              <a:alpha val="10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51"/>
          <p:cNvSpPr txBox="1"/>
          <p:nvPr/>
        </p:nvSpPr>
        <p:spPr>
          <a:xfrm>
            <a:off x="208650" y="102725"/>
            <a:ext cx="8520600" cy="589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i="1">
                <a:solidFill>
                  <a:srgbClr val="595959"/>
                </a:solidFill>
                <a:latin typeface="Georgia"/>
                <a:ea typeface="Georgia"/>
                <a:cs typeface="Georgia"/>
                <a:sym typeface="Georgia"/>
              </a:rPr>
              <a:t>Title</a:t>
            </a:r>
            <a:endParaRPr sz="2800" i="1">
              <a:solidFill>
                <a:srgbClr val="595959"/>
              </a:solidFill>
              <a:latin typeface="Georgia"/>
              <a:ea typeface="Georgia"/>
              <a:cs typeface="Georgia"/>
              <a:sym typeface="Georgia"/>
            </a:endParaRPr>
          </a:p>
        </p:txBody>
      </p:sp>
      <p:sp>
        <p:nvSpPr>
          <p:cNvPr id="429" name="Google Shape;429;p51"/>
          <p:cNvSpPr txBox="1"/>
          <p:nvPr/>
        </p:nvSpPr>
        <p:spPr>
          <a:xfrm>
            <a:off x="2475" y="1663075"/>
            <a:ext cx="2283000" cy="431100"/>
          </a:xfrm>
          <a:prstGeom prst="rect">
            <a:avLst/>
          </a:prstGeom>
          <a:noFill/>
          <a:ln>
            <a:noFill/>
          </a:ln>
        </p:spPr>
        <p:txBody>
          <a:bodyPr spcFirstLastPara="1" wrap="square" lIns="91425" tIns="91425" rIns="91425" bIns="91425" anchor="t" anchorCtr="0">
            <a:spAutoFit/>
          </a:bodyPr>
          <a:lstStyle/>
          <a:p>
            <a:pPr marL="274320" lvl="0" indent="-238759" algn="l" rtl="0">
              <a:lnSpc>
                <a:spcPct val="115000"/>
              </a:lnSpc>
              <a:spcBef>
                <a:spcPts val="0"/>
              </a:spcBef>
              <a:spcAft>
                <a:spcPts val="0"/>
              </a:spcAft>
              <a:buClr>
                <a:srgbClr val="FFFFFF"/>
              </a:buClr>
              <a:buSzPts val="1600"/>
              <a:buFont typeface="Source Sans Pro"/>
              <a:buChar char="●"/>
            </a:pPr>
            <a:r>
              <a:rPr lang="en" sz="1600">
                <a:solidFill>
                  <a:srgbClr val="FFFFFF"/>
                </a:solidFill>
                <a:latin typeface="Source Sans Pro"/>
                <a:ea typeface="Source Sans Pro"/>
                <a:cs typeface="Source Sans Pro"/>
                <a:sym typeface="Source Sans Pro"/>
              </a:rPr>
              <a:t>Add text here </a:t>
            </a:r>
            <a:endParaRPr sz="1600">
              <a:solidFill>
                <a:srgbClr val="FFFFFF"/>
              </a:solidFill>
              <a:latin typeface="Source Sans Pro"/>
              <a:ea typeface="Source Sans Pro"/>
              <a:cs typeface="Source Sans Pro"/>
              <a:sym typeface="Source Sans Pro"/>
            </a:endParaRPr>
          </a:p>
        </p:txBody>
      </p:sp>
      <p:sp>
        <p:nvSpPr>
          <p:cNvPr id="430" name="Google Shape;430;p51"/>
          <p:cNvSpPr txBox="1"/>
          <p:nvPr/>
        </p:nvSpPr>
        <p:spPr>
          <a:xfrm>
            <a:off x="2361350" y="1663075"/>
            <a:ext cx="2226000" cy="431100"/>
          </a:xfrm>
          <a:prstGeom prst="rect">
            <a:avLst/>
          </a:prstGeom>
          <a:noFill/>
          <a:ln>
            <a:noFill/>
          </a:ln>
        </p:spPr>
        <p:txBody>
          <a:bodyPr spcFirstLastPara="1" wrap="square" lIns="91425" tIns="91425" rIns="91425" bIns="91425" anchor="t" anchorCtr="0">
            <a:spAutoFit/>
          </a:bodyPr>
          <a:lstStyle/>
          <a:p>
            <a:pPr marL="274320" marR="0" lvl="0" indent="-238759" algn="l" rtl="0">
              <a:lnSpc>
                <a:spcPct val="115000"/>
              </a:lnSpc>
              <a:spcBef>
                <a:spcPts val="0"/>
              </a:spcBef>
              <a:spcAft>
                <a:spcPts val="1000"/>
              </a:spcAft>
              <a:buClr>
                <a:srgbClr val="FFFFFF"/>
              </a:buClr>
              <a:buSzPts val="1600"/>
              <a:buFont typeface="Source Sans Pro"/>
              <a:buChar char="●"/>
            </a:pPr>
            <a:r>
              <a:rPr lang="en" sz="1600">
                <a:solidFill>
                  <a:srgbClr val="FFFFFF"/>
                </a:solidFill>
                <a:latin typeface="Source Sans Pro"/>
                <a:ea typeface="Source Sans Pro"/>
                <a:cs typeface="Source Sans Pro"/>
                <a:sym typeface="Source Sans Pro"/>
              </a:rPr>
              <a:t>Add text here</a:t>
            </a:r>
            <a:endParaRPr sz="1600">
              <a:solidFill>
                <a:srgbClr val="FFFFFF"/>
              </a:solidFill>
              <a:latin typeface="Source Sans Pro"/>
              <a:ea typeface="Source Sans Pro"/>
              <a:cs typeface="Source Sans Pro"/>
              <a:sym typeface="Source Sans Pro"/>
            </a:endParaRPr>
          </a:p>
        </p:txBody>
      </p:sp>
      <p:sp>
        <p:nvSpPr>
          <p:cNvPr id="431" name="Google Shape;431;p51"/>
          <p:cNvSpPr txBox="1"/>
          <p:nvPr/>
        </p:nvSpPr>
        <p:spPr>
          <a:xfrm>
            <a:off x="4610325" y="1663075"/>
            <a:ext cx="2226000" cy="431100"/>
          </a:xfrm>
          <a:prstGeom prst="rect">
            <a:avLst/>
          </a:prstGeom>
          <a:noFill/>
          <a:ln>
            <a:noFill/>
          </a:ln>
        </p:spPr>
        <p:txBody>
          <a:bodyPr spcFirstLastPara="1" wrap="square" lIns="91425" tIns="91425" rIns="91425" bIns="91425" anchor="t" anchorCtr="0">
            <a:spAutoFit/>
          </a:bodyPr>
          <a:lstStyle/>
          <a:p>
            <a:pPr marL="274320" marR="0" lvl="0" indent="-238759" algn="l" rtl="0">
              <a:lnSpc>
                <a:spcPct val="115000"/>
              </a:lnSpc>
              <a:spcBef>
                <a:spcPts val="0"/>
              </a:spcBef>
              <a:spcAft>
                <a:spcPts val="1000"/>
              </a:spcAft>
              <a:buClr>
                <a:srgbClr val="FFFFFF"/>
              </a:buClr>
              <a:buSzPts val="1600"/>
              <a:buFont typeface="Source Sans Pro"/>
              <a:buChar char="●"/>
            </a:pPr>
            <a:r>
              <a:rPr lang="en" sz="1600">
                <a:solidFill>
                  <a:srgbClr val="FFFFFF"/>
                </a:solidFill>
                <a:latin typeface="Source Sans Pro"/>
                <a:ea typeface="Source Sans Pro"/>
                <a:cs typeface="Source Sans Pro"/>
                <a:sym typeface="Source Sans Pro"/>
              </a:rPr>
              <a:t>Add text here </a:t>
            </a:r>
            <a:endParaRPr sz="1600">
              <a:solidFill>
                <a:srgbClr val="FFFFFF"/>
              </a:solidFill>
              <a:latin typeface="Source Sans Pro"/>
              <a:ea typeface="Source Sans Pro"/>
              <a:cs typeface="Source Sans Pro"/>
              <a:sym typeface="Source Sans Pro"/>
            </a:endParaRPr>
          </a:p>
        </p:txBody>
      </p:sp>
      <p:sp>
        <p:nvSpPr>
          <p:cNvPr id="432" name="Google Shape;432;p51"/>
          <p:cNvSpPr txBox="1"/>
          <p:nvPr/>
        </p:nvSpPr>
        <p:spPr>
          <a:xfrm>
            <a:off x="6898975" y="1695000"/>
            <a:ext cx="2086500" cy="431100"/>
          </a:xfrm>
          <a:prstGeom prst="rect">
            <a:avLst/>
          </a:prstGeom>
          <a:noFill/>
          <a:ln>
            <a:noFill/>
          </a:ln>
        </p:spPr>
        <p:txBody>
          <a:bodyPr spcFirstLastPara="1" wrap="square" lIns="91425" tIns="91425" rIns="91425" bIns="91425" anchor="t" anchorCtr="0">
            <a:spAutoFit/>
          </a:bodyPr>
          <a:lstStyle/>
          <a:p>
            <a:pPr marL="274320" marR="0" lvl="0" indent="-238759" algn="l" rtl="0">
              <a:lnSpc>
                <a:spcPct val="115000"/>
              </a:lnSpc>
              <a:spcBef>
                <a:spcPts val="0"/>
              </a:spcBef>
              <a:spcAft>
                <a:spcPts val="1000"/>
              </a:spcAft>
              <a:buClr>
                <a:srgbClr val="FFFFFF"/>
              </a:buClr>
              <a:buSzPts val="1600"/>
              <a:buFont typeface="Source Sans Pro"/>
              <a:buChar char="●"/>
            </a:pPr>
            <a:r>
              <a:rPr lang="en" sz="1600">
                <a:solidFill>
                  <a:srgbClr val="FFFFFF"/>
                </a:solidFill>
                <a:latin typeface="Source Sans Pro"/>
                <a:ea typeface="Source Sans Pro"/>
                <a:cs typeface="Source Sans Pro"/>
                <a:sym typeface="Source Sans Pro"/>
              </a:rPr>
              <a:t>Add text here  </a:t>
            </a:r>
            <a:endParaRPr sz="1600">
              <a:solidFill>
                <a:srgbClr val="FFFFFF"/>
              </a:solidFill>
              <a:latin typeface="Source Sans Pro"/>
              <a:ea typeface="Source Sans Pro"/>
              <a:cs typeface="Source Sans Pro"/>
              <a:sym typeface="Source Sans Pro"/>
            </a:endParaRPr>
          </a:p>
        </p:txBody>
      </p:sp>
      <p:sp>
        <p:nvSpPr>
          <p:cNvPr id="433" name="Google Shape;433;p51"/>
          <p:cNvSpPr txBox="1"/>
          <p:nvPr/>
        </p:nvSpPr>
        <p:spPr>
          <a:xfrm>
            <a:off x="130125" y="962925"/>
            <a:ext cx="2273400" cy="33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rgbClr val="FFFFFF"/>
                </a:solidFill>
                <a:latin typeface="Source Sans Pro"/>
                <a:ea typeface="Source Sans Pro"/>
                <a:cs typeface="Source Sans Pro"/>
                <a:sym typeface="Source Sans Pro"/>
              </a:rPr>
              <a:t>STEP ONE</a:t>
            </a:r>
            <a:endParaRPr sz="2800">
              <a:solidFill>
                <a:srgbClr val="2E2C28"/>
              </a:solidFill>
              <a:latin typeface="Calibri"/>
              <a:ea typeface="Calibri"/>
              <a:cs typeface="Calibri"/>
              <a:sym typeface="Calibri"/>
            </a:endParaRPr>
          </a:p>
        </p:txBody>
      </p:sp>
      <p:sp>
        <p:nvSpPr>
          <p:cNvPr id="434" name="Google Shape;434;p51"/>
          <p:cNvSpPr txBox="1"/>
          <p:nvPr/>
        </p:nvSpPr>
        <p:spPr>
          <a:xfrm>
            <a:off x="6940575" y="962925"/>
            <a:ext cx="2273400" cy="37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lt1"/>
                </a:solidFill>
                <a:latin typeface="Source Sans Pro"/>
                <a:ea typeface="Source Sans Pro"/>
                <a:cs typeface="Source Sans Pro"/>
                <a:sym typeface="Source Sans Pro"/>
              </a:rPr>
              <a:t>STEP FOUR</a:t>
            </a:r>
            <a:endParaRPr sz="1700" b="1">
              <a:solidFill>
                <a:srgbClr val="FFFFFF"/>
              </a:solidFill>
              <a:latin typeface="Source Sans Pro"/>
              <a:ea typeface="Source Sans Pro"/>
              <a:cs typeface="Source Sans Pro"/>
              <a:sym typeface="Source Sans Pro"/>
            </a:endParaRPr>
          </a:p>
        </p:txBody>
      </p:sp>
      <p:sp>
        <p:nvSpPr>
          <p:cNvPr id="435" name="Google Shape;435;p51"/>
          <p:cNvSpPr txBox="1"/>
          <p:nvPr/>
        </p:nvSpPr>
        <p:spPr>
          <a:xfrm>
            <a:off x="4667150" y="962925"/>
            <a:ext cx="2273400" cy="33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lt1"/>
                </a:solidFill>
                <a:latin typeface="Source Sans Pro"/>
                <a:ea typeface="Source Sans Pro"/>
                <a:cs typeface="Source Sans Pro"/>
                <a:sym typeface="Source Sans Pro"/>
              </a:rPr>
              <a:t>STEP THREE</a:t>
            </a:r>
            <a:endParaRPr sz="1700" b="1">
              <a:solidFill>
                <a:srgbClr val="FFFFFF"/>
              </a:solidFill>
              <a:latin typeface="Source Sans Pro"/>
              <a:ea typeface="Source Sans Pro"/>
              <a:cs typeface="Source Sans Pro"/>
              <a:sym typeface="Source Sans Pro"/>
            </a:endParaRPr>
          </a:p>
        </p:txBody>
      </p:sp>
      <p:sp>
        <p:nvSpPr>
          <p:cNvPr id="436" name="Google Shape;436;p51"/>
          <p:cNvSpPr txBox="1"/>
          <p:nvPr/>
        </p:nvSpPr>
        <p:spPr>
          <a:xfrm>
            <a:off x="2420700" y="962925"/>
            <a:ext cx="2273400" cy="33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lt1"/>
                </a:solidFill>
                <a:latin typeface="Source Sans Pro"/>
                <a:ea typeface="Source Sans Pro"/>
                <a:cs typeface="Source Sans Pro"/>
                <a:sym typeface="Source Sans Pro"/>
              </a:rPr>
              <a:t>STEP TWO</a:t>
            </a:r>
            <a:endParaRPr sz="1700" b="1">
              <a:solidFill>
                <a:srgbClr val="FFFFFF"/>
              </a:solidFill>
              <a:latin typeface="Source Sans Pro"/>
              <a:ea typeface="Source Sans Pro"/>
              <a:cs typeface="Source Sans Pro"/>
              <a:sym typeface="Source Sans Pro"/>
            </a:endParaRPr>
          </a:p>
        </p:txBody>
      </p:sp>
      <p:sp>
        <p:nvSpPr>
          <p:cNvPr id="437" name="Google Shape;437;p51"/>
          <p:cNvSpPr/>
          <p:nvPr/>
        </p:nvSpPr>
        <p:spPr>
          <a:xfrm>
            <a:off x="0" y="1483719"/>
            <a:ext cx="9144000" cy="68100"/>
          </a:xfrm>
          <a:prstGeom prst="rect">
            <a:avLst/>
          </a:prstGeom>
          <a:gradFill>
            <a:gsLst>
              <a:gs pos="0">
                <a:srgbClr val="007C92"/>
              </a:gs>
              <a:gs pos="37000">
                <a:srgbClr val="620059"/>
              </a:gs>
              <a:gs pos="71000">
                <a:srgbClr val="A72A1E"/>
              </a:gs>
              <a:gs pos="100000">
                <a:srgbClr val="D1660F"/>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1"/>
        <p:cNvGrpSpPr/>
        <p:nvPr/>
      </p:nvGrpSpPr>
      <p:grpSpPr>
        <a:xfrm>
          <a:off x="0" y="0"/>
          <a:ext cx="0" cy="0"/>
          <a:chOff x="0" y="0"/>
          <a:chExt cx="0" cy="0"/>
        </a:xfrm>
      </p:grpSpPr>
      <p:sp>
        <p:nvSpPr>
          <p:cNvPr id="442" name="Google Shape;442;p52"/>
          <p:cNvSpPr/>
          <p:nvPr/>
        </p:nvSpPr>
        <p:spPr>
          <a:xfrm>
            <a:off x="0" y="2946800"/>
            <a:ext cx="9144000" cy="22026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43" name="Google Shape;443;p52"/>
          <p:cNvSpPr/>
          <p:nvPr/>
        </p:nvSpPr>
        <p:spPr>
          <a:xfrm>
            <a:off x="608775" y="1043224"/>
            <a:ext cx="1486200" cy="1543200"/>
          </a:xfrm>
          <a:prstGeom prst="flowChartAlternateProcess">
            <a:avLst/>
          </a:prstGeom>
          <a:solidFill>
            <a:srgbClr val="007C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52"/>
          <p:cNvSpPr txBox="1"/>
          <p:nvPr/>
        </p:nvSpPr>
        <p:spPr>
          <a:xfrm>
            <a:off x="608925" y="1825625"/>
            <a:ext cx="14862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solidFill>
                  <a:schemeClr val="lt1"/>
                </a:solidFill>
                <a:latin typeface="Source Sans Pro"/>
                <a:ea typeface="Source Sans Pro"/>
                <a:cs typeface="Source Sans Pro"/>
                <a:sym typeface="Source Sans Pro"/>
              </a:rPr>
              <a:t>Text</a:t>
            </a:r>
            <a:endParaRPr sz="1500">
              <a:solidFill>
                <a:schemeClr val="lt1"/>
              </a:solidFill>
              <a:latin typeface="Source Sans Pro"/>
              <a:ea typeface="Source Sans Pro"/>
              <a:cs typeface="Source Sans Pro"/>
              <a:sym typeface="Source Sans Pro"/>
            </a:endParaRPr>
          </a:p>
        </p:txBody>
      </p:sp>
      <p:sp>
        <p:nvSpPr>
          <p:cNvPr id="445" name="Google Shape;445;p52"/>
          <p:cNvSpPr txBox="1"/>
          <p:nvPr/>
        </p:nvSpPr>
        <p:spPr>
          <a:xfrm>
            <a:off x="390725" y="3120675"/>
            <a:ext cx="8362800" cy="323100"/>
          </a:xfrm>
          <a:prstGeom prst="rect">
            <a:avLst/>
          </a:prstGeom>
          <a:noFill/>
          <a:ln>
            <a:noFill/>
          </a:ln>
        </p:spPr>
        <p:txBody>
          <a:bodyPr spcFirstLastPara="1" wrap="square" lIns="91425" tIns="45700" rIns="91425" bIns="45700" anchor="ctr" anchorCtr="0">
            <a:noAutofit/>
          </a:bodyPr>
          <a:lstStyle/>
          <a:p>
            <a:pPr marL="0" lvl="0" indent="0" algn="ctr" rtl="0">
              <a:lnSpc>
                <a:spcPct val="130000"/>
              </a:lnSpc>
              <a:spcBef>
                <a:spcPts val="1000"/>
              </a:spcBef>
              <a:spcAft>
                <a:spcPts val="1000"/>
              </a:spcAft>
              <a:buNone/>
            </a:pPr>
            <a:r>
              <a:rPr lang="en" sz="1700">
                <a:solidFill>
                  <a:srgbClr val="161616"/>
                </a:solidFill>
                <a:latin typeface="Georgia"/>
                <a:ea typeface="Georgia"/>
                <a:cs typeface="Georgia"/>
                <a:sym typeface="Georgia"/>
              </a:rPr>
              <a:t>Resize the boxes below based on your text and delete what you don’t use: </a:t>
            </a:r>
            <a:endParaRPr sz="1700">
              <a:solidFill>
                <a:srgbClr val="161616"/>
              </a:solidFill>
              <a:latin typeface="Georgia"/>
              <a:ea typeface="Georgia"/>
              <a:cs typeface="Georgia"/>
              <a:sym typeface="Georgia"/>
            </a:endParaRPr>
          </a:p>
        </p:txBody>
      </p:sp>
      <p:pic>
        <p:nvPicPr>
          <p:cNvPr id="446" name="Google Shape;446;p52"/>
          <p:cNvPicPr preferRelativeResize="0"/>
          <p:nvPr/>
        </p:nvPicPr>
        <p:blipFill rotWithShape="1">
          <a:blip r:embed="rId3">
            <a:alphaModFix/>
          </a:blip>
          <a:srcRect b="94432"/>
          <a:stretch/>
        </p:blipFill>
        <p:spPr>
          <a:xfrm>
            <a:off x="0" y="0"/>
            <a:ext cx="9144000" cy="715525"/>
          </a:xfrm>
          <a:prstGeom prst="rect">
            <a:avLst/>
          </a:prstGeom>
          <a:noFill/>
          <a:ln>
            <a:noFill/>
          </a:ln>
        </p:spPr>
      </p:pic>
      <p:sp>
        <p:nvSpPr>
          <p:cNvPr id="447" name="Google Shape;447;p52"/>
          <p:cNvSpPr txBox="1"/>
          <p:nvPr/>
        </p:nvSpPr>
        <p:spPr>
          <a:xfrm>
            <a:off x="0" y="0"/>
            <a:ext cx="9144000" cy="715500"/>
          </a:xfrm>
          <a:prstGeom prst="rect">
            <a:avLst/>
          </a:prstGeom>
          <a:solidFill>
            <a:srgbClr val="53565A"/>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448" name="Google Shape;448;p52"/>
          <p:cNvSpPr txBox="1"/>
          <p:nvPr/>
        </p:nvSpPr>
        <p:spPr>
          <a:xfrm>
            <a:off x="125" y="0"/>
            <a:ext cx="9144000" cy="71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3000" b="1">
                <a:solidFill>
                  <a:srgbClr val="FFFFFF"/>
                </a:solidFill>
                <a:latin typeface="Source Sans Pro"/>
                <a:ea typeface="Source Sans Pro"/>
                <a:cs typeface="Source Sans Pro"/>
                <a:sym typeface="Source Sans Pro"/>
              </a:rPr>
              <a:t>Presenting Data</a:t>
            </a:r>
            <a:r>
              <a:rPr lang="en" sz="3000">
                <a:solidFill>
                  <a:srgbClr val="FFFFFF"/>
                </a:solidFill>
                <a:latin typeface="Source Sans Pro"/>
                <a:ea typeface="Source Sans Pro"/>
                <a:cs typeface="Source Sans Pro"/>
                <a:sym typeface="Source Sans Pro"/>
              </a:rPr>
              <a:t> | </a:t>
            </a:r>
            <a:r>
              <a:rPr lang="en" sz="3000" i="1">
                <a:solidFill>
                  <a:srgbClr val="FFFFFF"/>
                </a:solidFill>
                <a:latin typeface="Georgia"/>
                <a:ea typeface="Georgia"/>
                <a:cs typeface="Georgia"/>
                <a:sym typeface="Georgia"/>
              </a:rPr>
              <a:t>By the Numbers</a:t>
            </a:r>
            <a:endParaRPr sz="3000" i="1">
              <a:solidFill>
                <a:srgbClr val="FFFFFF"/>
              </a:solidFill>
              <a:latin typeface="Georgia"/>
              <a:ea typeface="Georgia"/>
              <a:cs typeface="Georgia"/>
              <a:sym typeface="Georgia"/>
            </a:endParaRPr>
          </a:p>
        </p:txBody>
      </p:sp>
      <p:sp>
        <p:nvSpPr>
          <p:cNvPr id="449" name="Google Shape;449;p52"/>
          <p:cNvSpPr txBox="1"/>
          <p:nvPr/>
        </p:nvSpPr>
        <p:spPr>
          <a:xfrm>
            <a:off x="10226725" y="462100"/>
            <a:ext cx="4400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Source Sans Pro"/>
              <a:ea typeface="Source Sans Pro"/>
              <a:cs typeface="Source Sans Pro"/>
              <a:sym typeface="Source Sans Pro"/>
            </a:endParaRPr>
          </a:p>
        </p:txBody>
      </p:sp>
      <p:sp>
        <p:nvSpPr>
          <p:cNvPr id="450" name="Google Shape;450;p52"/>
          <p:cNvSpPr/>
          <p:nvPr/>
        </p:nvSpPr>
        <p:spPr>
          <a:xfrm>
            <a:off x="2745806" y="3655175"/>
            <a:ext cx="7947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51" name="Google Shape;451;p52"/>
          <p:cNvSpPr/>
          <p:nvPr/>
        </p:nvSpPr>
        <p:spPr>
          <a:xfrm>
            <a:off x="1448690" y="3655181"/>
            <a:ext cx="11016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52" name="Google Shape;452;p52"/>
          <p:cNvSpPr/>
          <p:nvPr/>
        </p:nvSpPr>
        <p:spPr>
          <a:xfrm>
            <a:off x="7854067" y="4358738"/>
            <a:ext cx="11016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53" name="Google Shape;453;p52"/>
          <p:cNvSpPr/>
          <p:nvPr/>
        </p:nvSpPr>
        <p:spPr>
          <a:xfrm>
            <a:off x="5849052" y="3655181"/>
            <a:ext cx="8070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54" name="Google Shape;454;p52"/>
          <p:cNvSpPr/>
          <p:nvPr/>
        </p:nvSpPr>
        <p:spPr>
          <a:xfrm>
            <a:off x="3320600" y="4358738"/>
            <a:ext cx="6855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55" name="Google Shape;455;p52"/>
          <p:cNvSpPr/>
          <p:nvPr/>
        </p:nvSpPr>
        <p:spPr>
          <a:xfrm>
            <a:off x="5568283" y="4358738"/>
            <a:ext cx="11016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56" name="Google Shape;456;p52"/>
          <p:cNvSpPr/>
          <p:nvPr/>
        </p:nvSpPr>
        <p:spPr>
          <a:xfrm>
            <a:off x="2753455" y="1043224"/>
            <a:ext cx="1486200" cy="1543200"/>
          </a:xfrm>
          <a:prstGeom prst="flowChartAlternateProcess">
            <a:avLst/>
          </a:prstGeom>
          <a:solidFill>
            <a:srgbClr val="6200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52"/>
          <p:cNvSpPr txBox="1"/>
          <p:nvPr/>
        </p:nvSpPr>
        <p:spPr>
          <a:xfrm>
            <a:off x="2753571" y="1825625"/>
            <a:ext cx="14862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000"/>
              </a:spcAft>
              <a:buNone/>
            </a:pPr>
            <a:r>
              <a:rPr lang="en" sz="1500">
                <a:solidFill>
                  <a:schemeClr val="lt1"/>
                </a:solidFill>
                <a:latin typeface="Source Sans Pro"/>
                <a:ea typeface="Source Sans Pro"/>
                <a:cs typeface="Source Sans Pro"/>
                <a:sym typeface="Source Sans Pro"/>
              </a:rPr>
              <a:t>Text</a:t>
            </a:r>
            <a:endParaRPr sz="1500">
              <a:solidFill>
                <a:schemeClr val="lt1"/>
              </a:solidFill>
              <a:latin typeface="Source Sans Pro"/>
              <a:ea typeface="Source Sans Pro"/>
              <a:cs typeface="Source Sans Pro"/>
              <a:sym typeface="Source Sans Pro"/>
            </a:endParaRPr>
          </a:p>
        </p:txBody>
      </p:sp>
      <p:sp>
        <p:nvSpPr>
          <p:cNvPr id="458" name="Google Shape;458;p52"/>
          <p:cNvSpPr/>
          <p:nvPr/>
        </p:nvSpPr>
        <p:spPr>
          <a:xfrm>
            <a:off x="4898097" y="1043224"/>
            <a:ext cx="1486200" cy="1543200"/>
          </a:xfrm>
          <a:prstGeom prst="flowChartAlternateProcess">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2"/>
          <p:cNvSpPr txBox="1"/>
          <p:nvPr/>
        </p:nvSpPr>
        <p:spPr>
          <a:xfrm>
            <a:off x="4898254" y="1825625"/>
            <a:ext cx="14862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000"/>
              </a:spcAft>
              <a:buNone/>
            </a:pPr>
            <a:r>
              <a:rPr lang="en" sz="1500">
                <a:solidFill>
                  <a:schemeClr val="lt1"/>
                </a:solidFill>
                <a:latin typeface="Source Sans Pro"/>
                <a:ea typeface="Source Sans Pro"/>
                <a:cs typeface="Source Sans Pro"/>
                <a:sym typeface="Source Sans Pro"/>
              </a:rPr>
              <a:t>Text</a:t>
            </a:r>
            <a:endParaRPr sz="1500">
              <a:solidFill>
                <a:schemeClr val="lt1"/>
              </a:solidFill>
              <a:latin typeface="Source Sans Pro"/>
              <a:ea typeface="Source Sans Pro"/>
              <a:cs typeface="Source Sans Pro"/>
              <a:sym typeface="Source Sans Pro"/>
            </a:endParaRPr>
          </a:p>
        </p:txBody>
      </p:sp>
      <p:sp>
        <p:nvSpPr>
          <p:cNvPr id="460" name="Google Shape;460;p52"/>
          <p:cNvSpPr/>
          <p:nvPr/>
        </p:nvSpPr>
        <p:spPr>
          <a:xfrm>
            <a:off x="7042776" y="1043224"/>
            <a:ext cx="1486200" cy="1543200"/>
          </a:xfrm>
          <a:prstGeom prst="flowChartAlternateProcess">
            <a:avLst/>
          </a:prstGeom>
          <a:solidFill>
            <a:srgbClr val="D166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2"/>
          <p:cNvSpPr txBox="1"/>
          <p:nvPr/>
        </p:nvSpPr>
        <p:spPr>
          <a:xfrm>
            <a:off x="7042800" y="1825625"/>
            <a:ext cx="14862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000"/>
              </a:spcAft>
              <a:buNone/>
            </a:pPr>
            <a:r>
              <a:rPr lang="en" sz="1500">
                <a:solidFill>
                  <a:schemeClr val="lt1"/>
                </a:solidFill>
                <a:latin typeface="Source Sans Pro"/>
                <a:ea typeface="Source Sans Pro"/>
                <a:cs typeface="Source Sans Pro"/>
                <a:sym typeface="Source Sans Pro"/>
              </a:rPr>
              <a:t>Text</a:t>
            </a:r>
            <a:endParaRPr sz="1500">
              <a:solidFill>
                <a:schemeClr val="lt1"/>
              </a:solidFill>
              <a:latin typeface="Source Sans Pro"/>
              <a:ea typeface="Source Sans Pro"/>
              <a:cs typeface="Source Sans Pro"/>
              <a:sym typeface="Source Sans Pro"/>
            </a:endParaRPr>
          </a:p>
        </p:txBody>
      </p:sp>
      <p:sp>
        <p:nvSpPr>
          <p:cNvPr id="462" name="Google Shape;462;p52"/>
          <p:cNvSpPr/>
          <p:nvPr/>
        </p:nvSpPr>
        <p:spPr>
          <a:xfrm>
            <a:off x="1207917" y="4358763"/>
            <a:ext cx="8070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63" name="Google Shape;463;p52"/>
          <p:cNvSpPr/>
          <p:nvPr/>
        </p:nvSpPr>
        <p:spPr>
          <a:xfrm>
            <a:off x="2264258" y="4355263"/>
            <a:ext cx="8070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64" name="Google Shape;464;p52"/>
          <p:cNvSpPr/>
          <p:nvPr/>
        </p:nvSpPr>
        <p:spPr>
          <a:xfrm>
            <a:off x="151575" y="3656919"/>
            <a:ext cx="11016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65" name="Google Shape;465;p52"/>
          <p:cNvSpPr/>
          <p:nvPr/>
        </p:nvSpPr>
        <p:spPr>
          <a:xfrm>
            <a:off x="6851567" y="3655181"/>
            <a:ext cx="11016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66" name="Google Shape;466;p52"/>
          <p:cNvSpPr/>
          <p:nvPr/>
        </p:nvSpPr>
        <p:spPr>
          <a:xfrm>
            <a:off x="4846536" y="3655181"/>
            <a:ext cx="8070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67" name="Google Shape;467;p52"/>
          <p:cNvSpPr/>
          <p:nvPr/>
        </p:nvSpPr>
        <p:spPr>
          <a:xfrm>
            <a:off x="6919225" y="4358738"/>
            <a:ext cx="6855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68" name="Google Shape;468;p52"/>
          <p:cNvSpPr/>
          <p:nvPr/>
        </p:nvSpPr>
        <p:spPr>
          <a:xfrm>
            <a:off x="8148682" y="3655181"/>
            <a:ext cx="8070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69" name="Google Shape;469;p52"/>
          <p:cNvSpPr/>
          <p:nvPr/>
        </p:nvSpPr>
        <p:spPr>
          <a:xfrm>
            <a:off x="4255442" y="4358738"/>
            <a:ext cx="10635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70" name="Google Shape;470;p52"/>
          <p:cNvSpPr/>
          <p:nvPr/>
        </p:nvSpPr>
        <p:spPr>
          <a:xfrm>
            <a:off x="151575" y="4358763"/>
            <a:ext cx="8070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71" name="Google Shape;471;p52"/>
          <p:cNvSpPr/>
          <p:nvPr/>
        </p:nvSpPr>
        <p:spPr>
          <a:xfrm>
            <a:off x="3736021" y="3656913"/>
            <a:ext cx="915000" cy="488700"/>
          </a:xfrm>
          <a:prstGeom prst="flowChartAlternateProcess">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Source Sans Pro"/>
                <a:ea typeface="Source Sans Pro"/>
                <a:cs typeface="Source Sans Pro"/>
                <a:sym typeface="Source Sans Pro"/>
              </a:rPr>
              <a:t>Text</a:t>
            </a:r>
            <a:endParaRPr/>
          </a:p>
        </p:txBody>
      </p:sp>
      <p:sp>
        <p:nvSpPr>
          <p:cNvPr id="472" name="Google Shape;472;p52"/>
          <p:cNvSpPr txBox="1"/>
          <p:nvPr/>
        </p:nvSpPr>
        <p:spPr>
          <a:xfrm>
            <a:off x="608925" y="1043231"/>
            <a:ext cx="1486200" cy="65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5900" b="1">
                <a:solidFill>
                  <a:schemeClr val="lt1"/>
                </a:solidFill>
                <a:latin typeface="Source Sans Pro"/>
                <a:ea typeface="Source Sans Pro"/>
                <a:cs typeface="Source Sans Pro"/>
                <a:sym typeface="Source Sans Pro"/>
              </a:rPr>
              <a:t>00</a:t>
            </a:r>
            <a:endParaRPr sz="1500">
              <a:solidFill>
                <a:schemeClr val="lt1"/>
              </a:solidFill>
              <a:latin typeface="Source Sans Pro"/>
              <a:ea typeface="Source Sans Pro"/>
              <a:cs typeface="Source Sans Pro"/>
              <a:sym typeface="Source Sans Pro"/>
            </a:endParaRPr>
          </a:p>
        </p:txBody>
      </p:sp>
      <p:sp>
        <p:nvSpPr>
          <p:cNvPr id="473" name="Google Shape;473;p52"/>
          <p:cNvSpPr txBox="1"/>
          <p:nvPr/>
        </p:nvSpPr>
        <p:spPr>
          <a:xfrm>
            <a:off x="2753571" y="1043231"/>
            <a:ext cx="1486200" cy="65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000"/>
              </a:spcAft>
              <a:buNone/>
            </a:pPr>
            <a:r>
              <a:rPr lang="en" sz="5900" b="1">
                <a:solidFill>
                  <a:schemeClr val="lt1"/>
                </a:solidFill>
                <a:latin typeface="Source Sans Pro"/>
                <a:ea typeface="Source Sans Pro"/>
                <a:cs typeface="Source Sans Pro"/>
                <a:sym typeface="Source Sans Pro"/>
              </a:rPr>
              <a:t>00</a:t>
            </a:r>
            <a:endParaRPr sz="1500">
              <a:solidFill>
                <a:schemeClr val="lt1"/>
              </a:solidFill>
              <a:latin typeface="Source Sans Pro"/>
              <a:ea typeface="Source Sans Pro"/>
              <a:cs typeface="Source Sans Pro"/>
              <a:sym typeface="Source Sans Pro"/>
            </a:endParaRPr>
          </a:p>
        </p:txBody>
      </p:sp>
      <p:sp>
        <p:nvSpPr>
          <p:cNvPr id="474" name="Google Shape;474;p52"/>
          <p:cNvSpPr txBox="1"/>
          <p:nvPr/>
        </p:nvSpPr>
        <p:spPr>
          <a:xfrm>
            <a:off x="4898254" y="1043231"/>
            <a:ext cx="1486200" cy="65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000"/>
              </a:spcAft>
              <a:buNone/>
            </a:pPr>
            <a:r>
              <a:rPr lang="en" sz="5900" b="1">
                <a:solidFill>
                  <a:schemeClr val="lt1"/>
                </a:solidFill>
                <a:latin typeface="Source Sans Pro"/>
                <a:ea typeface="Source Sans Pro"/>
                <a:cs typeface="Source Sans Pro"/>
                <a:sym typeface="Source Sans Pro"/>
              </a:rPr>
              <a:t>00</a:t>
            </a:r>
            <a:endParaRPr sz="1500">
              <a:solidFill>
                <a:schemeClr val="lt1"/>
              </a:solidFill>
              <a:latin typeface="Source Sans Pro"/>
              <a:ea typeface="Source Sans Pro"/>
              <a:cs typeface="Source Sans Pro"/>
              <a:sym typeface="Source Sans Pro"/>
            </a:endParaRPr>
          </a:p>
        </p:txBody>
      </p:sp>
      <p:sp>
        <p:nvSpPr>
          <p:cNvPr id="475" name="Google Shape;475;p52"/>
          <p:cNvSpPr txBox="1"/>
          <p:nvPr/>
        </p:nvSpPr>
        <p:spPr>
          <a:xfrm>
            <a:off x="7042800" y="1043231"/>
            <a:ext cx="1486200" cy="65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000"/>
              </a:spcAft>
              <a:buNone/>
            </a:pPr>
            <a:r>
              <a:rPr lang="en" sz="5900" b="1">
                <a:solidFill>
                  <a:schemeClr val="lt1"/>
                </a:solidFill>
                <a:latin typeface="Source Sans Pro"/>
                <a:ea typeface="Source Sans Pro"/>
                <a:cs typeface="Source Sans Pro"/>
                <a:sym typeface="Source Sans Pro"/>
              </a:rPr>
              <a:t>00</a:t>
            </a:r>
            <a:endParaRPr sz="1500">
              <a:solidFill>
                <a:schemeClr val="lt1"/>
              </a:solidFill>
              <a:latin typeface="Source Sans Pro"/>
              <a:ea typeface="Source Sans Pro"/>
              <a:cs typeface="Source Sans Pro"/>
              <a:sym typeface="Source Sans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53"/>
          <p:cNvSpPr txBox="1"/>
          <p:nvPr/>
        </p:nvSpPr>
        <p:spPr>
          <a:xfrm>
            <a:off x="0" y="0"/>
            <a:ext cx="9144000" cy="828300"/>
          </a:xfrm>
          <a:prstGeom prst="rect">
            <a:avLst/>
          </a:prstGeom>
          <a:solidFill>
            <a:srgbClr val="8C1515"/>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481" name="Google Shape;481;p53"/>
          <p:cNvSpPr txBox="1"/>
          <p:nvPr/>
        </p:nvSpPr>
        <p:spPr>
          <a:xfrm>
            <a:off x="507950" y="980175"/>
            <a:ext cx="3753300" cy="39711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500">
                <a:solidFill>
                  <a:srgbClr val="8C1515"/>
                </a:solidFill>
                <a:latin typeface="Roboto Black"/>
                <a:ea typeface="Roboto Black"/>
                <a:cs typeface="Roboto Black"/>
                <a:sym typeface="Roboto Black"/>
              </a:rPr>
              <a:t>Quick tip</a:t>
            </a:r>
            <a:br>
              <a:rPr lang="en" sz="1500">
                <a:solidFill>
                  <a:schemeClr val="dk1"/>
                </a:solidFill>
                <a:latin typeface="Roboto Black"/>
                <a:ea typeface="Roboto Black"/>
                <a:cs typeface="Roboto Black"/>
                <a:sym typeface="Roboto Black"/>
              </a:rPr>
            </a:br>
            <a:r>
              <a:rPr lang="en" sz="1500">
                <a:solidFill>
                  <a:schemeClr val="dk1"/>
                </a:solidFill>
                <a:latin typeface="Source Sans Pro"/>
                <a:ea typeface="Source Sans Pro"/>
                <a:cs typeface="Source Sans Pro"/>
                <a:sym typeface="Source Sans Pro"/>
              </a:rPr>
              <a:t>Text can be bolded to </a:t>
            </a:r>
            <a:r>
              <a:rPr lang="en" sz="1500" b="1">
                <a:solidFill>
                  <a:schemeClr val="dk1"/>
                </a:solidFill>
                <a:latin typeface="Source Sans Pro"/>
                <a:ea typeface="Source Sans Pro"/>
                <a:cs typeface="Source Sans Pro"/>
                <a:sym typeface="Source Sans Pro"/>
              </a:rPr>
              <a:t>highlight</a:t>
            </a:r>
            <a:r>
              <a:rPr lang="en" sz="1500">
                <a:solidFill>
                  <a:schemeClr val="dk1"/>
                </a:solidFill>
                <a:latin typeface="Source Sans Pro"/>
                <a:ea typeface="Source Sans Pro"/>
                <a:cs typeface="Source Sans Pro"/>
                <a:sym typeface="Source Sans Pro"/>
              </a:rPr>
              <a:t> or </a:t>
            </a:r>
            <a:r>
              <a:rPr lang="en" sz="1500" b="1">
                <a:solidFill>
                  <a:schemeClr val="dk1"/>
                </a:solidFill>
                <a:latin typeface="Source Sans Pro"/>
                <a:ea typeface="Source Sans Pro"/>
                <a:cs typeface="Source Sans Pro"/>
                <a:sym typeface="Source Sans Pro"/>
              </a:rPr>
              <a:t>emphasize</a:t>
            </a:r>
            <a:endParaRPr sz="1500">
              <a:solidFill>
                <a:schemeClr val="dk1"/>
              </a:solidFill>
              <a:latin typeface="Source Sans Pro"/>
              <a:ea typeface="Source Sans Pro"/>
              <a:cs typeface="Source Sans Pro"/>
              <a:sym typeface="Source Sans Pro"/>
            </a:endParaRPr>
          </a:p>
          <a:p>
            <a:pPr marL="0" lvl="0" indent="0" algn="l" rtl="0">
              <a:lnSpc>
                <a:spcPct val="115000"/>
              </a:lnSpc>
              <a:spcBef>
                <a:spcPts val="1200"/>
              </a:spcBef>
              <a:spcAft>
                <a:spcPts val="0"/>
              </a:spcAft>
              <a:buClr>
                <a:schemeClr val="dk1"/>
              </a:buClr>
              <a:buSzPts val="1100"/>
              <a:buFont typeface="Arial"/>
              <a:buNone/>
            </a:pPr>
            <a:r>
              <a:rPr lang="en" sz="1500">
                <a:solidFill>
                  <a:srgbClr val="8C1515"/>
                </a:solidFill>
                <a:latin typeface="Roboto Black"/>
                <a:ea typeface="Roboto Black"/>
                <a:cs typeface="Roboto Black"/>
                <a:sym typeface="Roboto Black"/>
              </a:rPr>
              <a:t>Edit the sidebars </a:t>
            </a:r>
            <a:br>
              <a:rPr lang="en" sz="1500">
                <a:solidFill>
                  <a:schemeClr val="dk1"/>
                </a:solidFill>
                <a:latin typeface="Source Sans Pro"/>
                <a:ea typeface="Source Sans Pro"/>
                <a:cs typeface="Source Sans Pro"/>
                <a:sym typeface="Source Sans Pro"/>
              </a:rPr>
            </a:br>
            <a:r>
              <a:rPr lang="en" sz="1500">
                <a:solidFill>
                  <a:schemeClr val="dk1"/>
                </a:solidFill>
                <a:latin typeface="Source Sans Pro"/>
                <a:ea typeface="Source Sans Pro"/>
                <a:cs typeface="Source Sans Pro"/>
                <a:sym typeface="Source Sans Pro"/>
              </a:rPr>
              <a:t>To edit the sidebars, click on it and adjust the height to match your paragraph height</a:t>
            </a:r>
            <a:endParaRPr sz="1500">
              <a:solidFill>
                <a:schemeClr val="dk1"/>
              </a:solidFill>
              <a:latin typeface="Source Sans Pro"/>
              <a:ea typeface="Source Sans Pro"/>
              <a:cs typeface="Source Sans Pro"/>
              <a:sym typeface="Source Sans Pro"/>
            </a:endParaRPr>
          </a:p>
          <a:p>
            <a:pPr marL="0" lvl="0" indent="0" algn="l" rtl="0">
              <a:lnSpc>
                <a:spcPct val="115000"/>
              </a:lnSpc>
              <a:spcBef>
                <a:spcPts val="1200"/>
              </a:spcBef>
              <a:spcAft>
                <a:spcPts val="1200"/>
              </a:spcAft>
              <a:buClr>
                <a:schemeClr val="dk1"/>
              </a:buClr>
              <a:buSzPts val="1100"/>
              <a:buFont typeface="Arial"/>
              <a:buNone/>
            </a:pPr>
            <a:r>
              <a:rPr lang="en" sz="1500">
                <a:solidFill>
                  <a:srgbClr val="8C1515"/>
                </a:solidFill>
                <a:latin typeface="Roboto Black"/>
                <a:ea typeface="Roboto Black"/>
                <a:cs typeface="Roboto Black"/>
                <a:sym typeface="Roboto Black"/>
              </a:rPr>
              <a:t>Subtitle</a:t>
            </a:r>
            <a:r>
              <a:rPr lang="en" sz="1500">
                <a:solidFill>
                  <a:schemeClr val="dk1"/>
                </a:solidFill>
                <a:latin typeface="Roboto Black"/>
                <a:ea typeface="Roboto Black"/>
                <a:cs typeface="Roboto Black"/>
                <a:sym typeface="Roboto Black"/>
              </a:rPr>
              <a:t> </a:t>
            </a:r>
            <a:br>
              <a:rPr lang="en" sz="1500">
                <a:solidFill>
                  <a:schemeClr val="dk1"/>
                </a:solidFill>
                <a:latin typeface="Source Sans Pro"/>
                <a:ea typeface="Source Sans Pro"/>
                <a:cs typeface="Source Sans Pro"/>
                <a:sym typeface="Source Sans Pro"/>
              </a:rPr>
            </a:br>
            <a:r>
              <a:rPr lang="en" sz="1500">
                <a:solidFill>
                  <a:schemeClr val="dk1"/>
                </a:solidFill>
                <a:latin typeface="Source Sans Pro"/>
                <a:ea typeface="Source Sans Pro"/>
                <a:cs typeface="Source Sans Pro"/>
                <a:sym typeface="Source Sans Pro"/>
              </a:rPr>
              <a:t>Lorem ipsum dolor sit amet consectetur adipiscing elit </a:t>
            </a:r>
            <a:r>
              <a:rPr lang="en" sz="1500" b="1">
                <a:solidFill>
                  <a:schemeClr val="dk1"/>
                </a:solidFill>
                <a:latin typeface="Source Sans Pro"/>
                <a:ea typeface="Source Sans Pro"/>
                <a:cs typeface="Source Sans Pro"/>
                <a:sym typeface="Source Sans Pro"/>
              </a:rPr>
              <a:t>quisque faucibus</a:t>
            </a:r>
            <a:r>
              <a:rPr lang="en" sz="1500">
                <a:solidFill>
                  <a:schemeClr val="dk1"/>
                </a:solidFill>
                <a:latin typeface="Source Sans Pro"/>
                <a:ea typeface="Source Sans Pro"/>
                <a:cs typeface="Source Sans Pro"/>
                <a:sym typeface="Source Sans Pro"/>
              </a:rPr>
              <a:t> ex sapien vitae pellentesque sem placerat in id cursus mi pretium tellus duis convallis tempus </a:t>
            </a:r>
            <a:endParaRPr sz="1500">
              <a:solidFill>
                <a:schemeClr val="dk1"/>
              </a:solidFill>
              <a:latin typeface="Source Sans Pro"/>
              <a:ea typeface="Source Sans Pro"/>
              <a:cs typeface="Source Sans Pro"/>
              <a:sym typeface="Source Sans Pro"/>
            </a:endParaRPr>
          </a:p>
        </p:txBody>
      </p:sp>
      <p:sp>
        <p:nvSpPr>
          <p:cNvPr id="482" name="Google Shape;482;p53"/>
          <p:cNvSpPr txBox="1"/>
          <p:nvPr/>
        </p:nvSpPr>
        <p:spPr>
          <a:xfrm>
            <a:off x="616374" y="80025"/>
            <a:ext cx="7793400" cy="569100"/>
          </a:xfrm>
          <a:prstGeom prst="rect">
            <a:avLst/>
          </a:prstGeom>
          <a:noFill/>
          <a:ln>
            <a:noFill/>
          </a:ln>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1100"/>
              <a:buFont typeface="Arial"/>
              <a:buNone/>
            </a:pPr>
            <a:r>
              <a:rPr lang="en" sz="3000" i="1">
                <a:solidFill>
                  <a:schemeClr val="lt1"/>
                </a:solidFill>
                <a:latin typeface="Georgia"/>
                <a:ea typeface="Georgia"/>
                <a:cs typeface="Georgia"/>
                <a:sym typeface="Georgia"/>
              </a:rPr>
              <a:t>Title</a:t>
            </a:r>
            <a:endParaRPr sz="3000" i="1">
              <a:solidFill>
                <a:schemeClr val="lt1"/>
              </a:solidFill>
              <a:latin typeface="Georgia"/>
              <a:ea typeface="Georgia"/>
              <a:cs typeface="Georgia"/>
              <a:sym typeface="Georgia"/>
            </a:endParaRPr>
          </a:p>
        </p:txBody>
      </p:sp>
      <p:sp>
        <p:nvSpPr>
          <p:cNvPr id="483" name="Google Shape;483;p53"/>
          <p:cNvSpPr txBox="1"/>
          <p:nvPr/>
        </p:nvSpPr>
        <p:spPr>
          <a:xfrm>
            <a:off x="4876850" y="980175"/>
            <a:ext cx="3987900" cy="39711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500">
                <a:solidFill>
                  <a:srgbClr val="8C1515"/>
                </a:solidFill>
                <a:latin typeface="Roboto Black"/>
                <a:ea typeface="Roboto Black"/>
                <a:cs typeface="Roboto Black"/>
                <a:sym typeface="Roboto Black"/>
              </a:rPr>
              <a:t>Subtitle</a:t>
            </a:r>
            <a:r>
              <a:rPr lang="en" sz="1500">
                <a:solidFill>
                  <a:schemeClr val="dk1"/>
                </a:solidFill>
                <a:latin typeface="Roboto Black"/>
                <a:ea typeface="Roboto Black"/>
                <a:cs typeface="Roboto Black"/>
                <a:sym typeface="Roboto Black"/>
              </a:rPr>
              <a:t> </a:t>
            </a:r>
            <a:br>
              <a:rPr lang="en" sz="1500">
                <a:solidFill>
                  <a:schemeClr val="dk1"/>
                </a:solidFill>
                <a:latin typeface="Source Sans Pro"/>
                <a:ea typeface="Source Sans Pro"/>
                <a:cs typeface="Source Sans Pro"/>
                <a:sym typeface="Source Sans Pro"/>
              </a:rPr>
            </a:br>
            <a:r>
              <a:rPr lang="en" sz="1500">
                <a:solidFill>
                  <a:schemeClr val="dk1"/>
                </a:solidFill>
                <a:latin typeface="Source Sans Pro"/>
                <a:ea typeface="Source Sans Pro"/>
                <a:cs typeface="Source Sans Pro"/>
                <a:sym typeface="Source Sans Pro"/>
              </a:rPr>
              <a:t>Lorem ipsum dolor sit amet, consectetur adipiscing elit, </a:t>
            </a:r>
            <a:r>
              <a:rPr lang="en" sz="1500" b="1">
                <a:solidFill>
                  <a:schemeClr val="dk1"/>
                </a:solidFill>
                <a:latin typeface="Source Sans Pro"/>
                <a:ea typeface="Source Sans Pro"/>
                <a:cs typeface="Source Sans Pro"/>
                <a:sym typeface="Source Sans Pro"/>
              </a:rPr>
              <a:t>sed</a:t>
            </a:r>
            <a:r>
              <a:rPr lang="en" sz="1500">
                <a:solidFill>
                  <a:schemeClr val="dk1"/>
                </a:solidFill>
                <a:latin typeface="Source Sans Pro"/>
                <a:ea typeface="Source Sans Pro"/>
                <a:cs typeface="Source Sans Pro"/>
                <a:sym typeface="Source Sans Pro"/>
              </a:rPr>
              <a:t> do eiusmod tempor incididunt ut</a:t>
            </a:r>
            <a:endParaRPr sz="1500">
              <a:solidFill>
                <a:schemeClr val="dk1"/>
              </a:solidFill>
              <a:latin typeface="Source Sans Pro"/>
              <a:ea typeface="Source Sans Pro"/>
              <a:cs typeface="Source Sans Pro"/>
              <a:sym typeface="Source Sans Pro"/>
            </a:endParaRPr>
          </a:p>
          <a:p>
            <a:pPr marL="0" lvl="0" indent="0" algn="l" rtl="0">
              <a:lnSpc>
                <a:spcPct val="115000"/>
              </a:lnSpc>
              <a:spcBef>
                <a:spcPts val="1200"/>
              </a:spcBef>
              <a:spcAft>
                <a:spcPts val="0"/>
              </a:spcAft>
              <a:buNone/>
            </a:pPr>
            <a:r>
              <a:rPr lang="en" sz="1500">
                <a:solidFill>
                  <a:srgbClr val="8C1515"/>
                </a:solidFill>
                <a:latin typeface="Roboto Black"/>
                <a:ea typeface="Roboto Black"/>
                <a:cs typeface="Roboto Black"/>
                <a:sym typeface="Roboto Black"/>
              </a:rPr>
              <a:t>Subtitle</a:t>
            </a:r>
            <a:br>
              <a:rPr lang="en" sz="1500" b="1">
                <a:solidFill>
                  <a:srgbClr val="8C1515"/>
                </a:solidFill>
                <a:latin typeface="Source Sans Pro"/>
                <a:ea typeface="Source Sans Pro"/>
                <a:cs typeface="Source Sans Pro"/>
                <a:sym typeface="Source Sans Pro"/>
              </a:rPr>
            </a:br>
            <a:r>
              <a:rPr lang="en" sz="1500">
                <a:solidFill>
                  <a:schemeClr val="dk1"/>
                </a:solidFill>
                <a:latin typeface="Source Sans Pro"/>
                <a:ea typeface="Source Sans Pro"/>
                <a:cs typeface="Source Sans Pro"/>
                <a:sym typeface="Source Sans Pro"/>
              </a:rPr>
              <a:t>Lorem </a:t>
            </a:r>
            <a:r>
              <a:rPr lang="en" sz="1500" b="1">
                <a:solidFill>
                  <a:schemeClr val="dk1"/>
                </a:solidFill>
                <a:latin typeface="Source Sans Pro"/>
                <a:ea typeface="Source Sans Pro"/>
                <a:cs typeface="Source Sans Pro"/>
                <a:sym typeface="Source Sans Pro"/>
              </a:rPr>
              <a:t>ipsum dolor</a:t>
            </a:r>
            <a:r>
              <a:rPr lang="en" sz="1500">
                <a:solidFill>
                  <a:schemeClr val="dk1"/>
                </a:solidFill>
                <a:latin typeface="Source Sans Pro"/>
                <a:ea typeface="Source Sans Pro"/>
                <a:cs typeface="Source Sans Pro"/>
                <a:sym typeface="Source Sans Pro"/>
              </a:rPr>
              <a:t> sit amet consectetur adipiscing elit quisque faucibus</a:t>
            </a:r>
            <a:endParaRPr sz="1500">
              <a:solidFill>
                <a:schemeClr val="dk1"/>
              </a:solidFill>
              <a:latin typeface="Source Sans Pro"/>
              <a:ea typeface="Source Sans Pro"/>
              <a:cs typeface="Source Sans Pro"/>
              <a:sym typeface="Source Sans Pro"/>
            </a:endParaRPr>
          </a:p>
          <a:p>
            <a:pPr marL="0" lvl="0" indent="0" algn="l" rtl="0">
              <a:lnSpc>
                <a:spcPct val="115000"/>
              </a:lnSpc>
              <a:spcBef>
                <a:spcPts val="1200"/>
              </a:spcBef>
              <a:spcAft>
                <a:spcPts val="1200"/>
              </a:spcAft>
              <a:buNone/>
            </a:pPr>
            <a:r>
              <a:rPr lang="en" sz="1500">
                <a:solidFill>
                  <a:srgbClr val="8C1515"/>
                </a:solidFill>
                <a:latin typeface="Roboto Black"/>
                <a:ea typeface="Roboto Black"/>
                <a:cs typeface="Roboto Black"/>
                <a:sym typeface="Roboto Black"/>
              </a:rPr>
              <a:t>Subtitle</a:t>
            </a:r>
            <a:br>
              <a:rPr lang="en" sz="1500">
                <a:solidFill>
                  <a:schemeClr val="dk1"/>
                </a:solidFill>
                <a:latin typeface="Source Sans Pro"/>
                <a:ea typeface="Source Sans Pro"/>
                <a:cs typeface="Source Sans Pro"/>
                <a:sym typeface="Source Sans Pro"/>
              </a:rPr>
            </a:br>
            <a:r>
              <a:rPr lang="en" sz="1500">
                <a:solidFill>
                  <a:schemeClr val="dk1"/>
                </a:solidFill>
                <a:latin typeface="Source Sans Pro"/>
                <a:ea typeface="Source Sans Pro"/>
                <a:cs typeface="Source Sans Pro"/>
                <a:sym typeface="Source Sans Pro"/>
              </a:rPr>
              <a:t>Lorem ipsum dolor sit amet</a:t>
            </a:r>
            <a:endParaRPr sz="1500">
              <a:solidFill>
                <a:schemeClr val="dk1"/>
              </a:solidFill>
              <a:latin typeface="Source Sans Pro"/>
              <a:ea typeface="Source Sans Pro"/>
              <a:cs typeface="Source Sans Pro"/>
              <a:sym typeface="Source Sans Pro"/>
            </a:endParaRPr>
          </a:p>
        </p:txBody>
      </p:sp>
      <p:sp>
        <p:nvSpPr>
          <p:cNvPr id="484" name="Google Shape;484;p53"/>
          <p:cNvSpPr/>
          <p:nvPr/>
        </p:nvSpPr>
        <p:spPr>
          <a:xfrm>
            <a:off x="384350" y="1239350"/>
            <a:ext cx="101100" cy="671400"/>
          </a:xfrm>
          <a:prstGeom prst="rect">
            <a:avLst/>
          </a:prstGeom>
          <a:solidFill>
            <a:srgbClr val="007C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 name="Google Shape;485;p53"/>
          <p:cNvSpPr/>
          <p:nvPr/>
        </p:nvSpPr>
        <p:spPr>
          <a:xfrm>
            <a:off x="384350" y="2186675"/>
            <a:ext cx="101100" cy="671400"/>
          </a:xfrm>
          <a:prstGeom prst="rect">
            <a:avLst/>
          </a:prstGeom>
          <a:solidFill>
            <a:srgbClr val="8C151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 name="Google Shape;486;p53"/>
          <p:cNvSpPr/>
          <p:nvPr/>
        </p:nvSpPr>
        <p:spPr>
          <a:xfrm>
            <a:off x="4766975" y="3402175"/>
            <a:ext cx="101100" cy="404100"/>
          </a:xfrm>
          <a:prstGeom prst="rect">
            <a:avLst/>
          </a:prstGeom>
          <a:solidFill>
            <a:srgbClr val="007C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 name="Google Shape;487;p53"/>
          <p:cNvSpPr/>
          <p:nvPr/>
        </p:nvSpPr>
        <p:spPr>
          <a:xfrm>
            <a:off x="4766975" y="2480699"/>
            <a:ext cx="101100" cy="671400"/>
          </a:xfrm>
          <a:prstGeom prst="rect">
            <a:avLst/>
          </a:prstGeom>
          <a:solidFill>
            <a:srgbClr val="9999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 name="Google Shape;488;p53"/>
          <p:cNvSpPr/>
          <p:nvPr/>
        </p:nvSpPr>
        <p:spPr>
          <a:xfrm>
            <a:off x="4766975" y="1221375"/>
            <a:ext cx="101100" cy="921600"/>
          </a:xfrm>
          <a:prstGeom prst="rect">
            <a:avLst/>
          </a:prstGeom>
          <a:solidFill>
            <a:srgbClr val="D1660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9" name="Google Shape;489;p53"/>
          <p:cNvSpPr/>
          <p:nvPr/>
        </p:nvSpPr>
        <p:spPr>
          <a:xfrm>
            <a:off x="0" y="828300"/>
            <a:ext cx="9144000" cy="38700"/>
          </a:xfrm>
          <a:prstGeom prst="rect">
            <a:avLst/>
          </a:prstGeom>
          <a:gradFill>
            <a:gsLst>
              <a:gs pos="0">
                <a:srgbClr val="007C92"/>
              </a:gs>
              <a:gs pos="37000">
                <a:srgbClr val="620059"/>
              </a:gs>
              <a:gs pos="71000">
                <a:srgbClr val="A72A1E"/>
              </a:gs>
              <a:gs pos="100000">
                <a:srgbClr val="D1660F"/>
              </a:gs>
            </a:gsLst>
            <a:lin ang="2700006"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90" name="Google Shape;490;p53"/>
          <p:cNvSpPr/>
          <p:nvPr/>
        </p:nvSpPr>
        <p:spPr>
          <a:xfrm>
            <a:off x="384350" y="3134000"/>
            <a:ext cx="101100" cy="1211700"/>
          </a:xfrm>
          <a:prstGeom prst="rect">
            <a:avLst/>
          </a:prstGeom>
          <a:solidFill>
            <a:srgbClr val="D1660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91" name="Google Shape;491;p53" title="University-IT_wordmark_horizontal_cardinal-black.png"/>
          <p:cNvPicPr preferRelativeResize="0"/>
          <p:nvPr/>
        </p:nvPicPr>
        <p:blipFill>
          <a:blip r:embed="rId3">
            <a:alphaModFix/>
          </a:blip>
          <a:stretch>
            <a:fillRect/>
          </a:stretch>
        </p:blipFill>
        <p:spPr>
          <a:xfrm>
            <a:off x="7009450" y="4581577"/>
            <a:ext cx="2006201" cy="4498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54"/>
          <p:cNvSpPr/>
          <p:nvPr/>
        </p:nvSpPr>
        <p:spPr>
          <a:xfrm>
            <a:off x="-350" y="3300000"/>
            <a:ext cx="1694100" cy="18435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 name="Google Shape;497;p54"/>
          <p:cNvSpPr txBox="1"/>
          <p:nvPr/>
        </p:nvSpPr>
        <p:spPr>
          <a:xfrm>
            <a:off x="341300" y="603300"/>
            <a:ext cx="8427300" cy="6003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2400"/>
              <a:buFont typeface="Arial"/>
              <a:buNone/>
            </a:pPr>
            <a:r>
              <a:rPr lang="en" sz="3000">
                <a:solidFill>
                  <a:srgbClr val="8C1515"/>
                </a:solidFill>
                <a:latin typeface="Roboto Black"/>
                <a:ea typeface="Roboto Black"/>
                <a:cs typeface="Roboto Black"/>
                <a:sym typeface="Roboto Black"/>
              </a:rPr>
              <a:t>Infographic Title</a:t>
            </a:r>
            <a:endParaRPr sz="3000">
              <a:solidFill>
                <a:srgbClr val="8C1515"/>
              </a:solidFill>
              <a:latin typeface="Roboto Black"/>
              <a:ea typeface="Roboto Black"/>
              <a:cs typeface="Roboto Black"/>
              <a:sym typeface="Roboto Black"/>
            </a:endParaRPr>
          </a:p>
        </p:txBody>
      </p:sp>
      <p:sp>
        <p:nvSpPr>
          <p:cNvPr id="498" name="Google Shape;498;p54"/>
          <p:cNvSpPr/>
          <p:nvPr/>
        </p:nvSpPr>
        <p:spPr>
          <a:xfrm rot="10800000" flipH="1">
            <a:off x="878176" y="3139722"/>
            <a:ext cx="939114" cy="240953"/>
          </a:xfrm>
          <a:custGeom>
            <a:avLst/>
            <a:gdLst/>
            <a:ahLst/>
            <a:cxnLst/>
            <a:rect l="l" t="t" r="r" b="b"/>
            <a:pathLst>
              <a:path w="1976" h="507" extrusionOk="0">
                <a:moveTo>
                  <a:pt x="1976" y="254"/>
                </a:moveTo>
                <a:lnTo>
                  <a:pt x="1723" y="0"/>
                </a:lnTo>
                <a:lnTo>
                  <a:pt x="1723" y="133"/>
                </a:lnTo>
                <a:lnTo>
                  <a:pt x="0" y="133"/>
                </a:lnTo>
                <a:lnTo>
                  <a:pt x="0" y="374"/>
                </a:lnTo>
                <a:lnTo>
                  <a:pt x="1723" y="374"/>
                </a:lnTo>
                <a:lnTo>
                  <a:pt x="1723" y="507"/>
                </a:lnTo>
                <a:lnTo>
                  <a:pt x="1976" y="254"/>
                </a:lnTo>
                <a:close/>
              </a:path>
            </a:pathLst>
          </a:custGeom>
          <a:solidFill>
            <a:srgbClr val="4298B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499" name="Google Shape;499;p54"/>
          <p:cNvSpPr/>
          <p:nvPr/>
        </p:nvSpPr>
        <p:spPr>
          <a:xfrm rot="10800000">
            <a:off x="-350" y="3203150"/>
            <a:ext cx="879000" cy="114300"/>
          </a:xfrm>
          <a:prstGeom prst="rect">
            <a:avLst/>
          </a:prstGeom>
          <a:solidFill>
            <a:srgbClr val="01689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00" name="Google Shape;500;p54"/>
          <p:cNvSpPr/>
          <p:nvPr/>
        </p:nvSpPr>
        <p:spPr>
          <a:xfrm>
            <a:off x="1878775" y="3300000"/>
            <a:ext cx="1663800" cy="1843500"/>
          </a:xfrm>
          <a:prstGeom prst="rect">
            <a:avLst/>
          </a:prstGeom>
          <a:solidFill>
            <a:srgbClr val="F9FB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 name="Google Shape;501;p54"/>
          <p:cNvSpPr/>
          <p:nvPr/>
        </p:nvSpPr>
        <p:spPr>
          <a:xfrm>
            <a:off x="7372625" y="3317475"/>
            <a:ext cx="1771500" cy="18261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 name="Google Shape;502;p54"/>
          <p:cNvSpPr/>
          <p:nvPr/>
        </p:nvSpPr>
        <p:spPr>
          <a:xfrm rot="10800000" flipH="1">
            <a:off x="111586" y="1773301"/>
            <a:ext cx="1540347" cy="1544165"/>
          </a:xfrm>
          <a:custGeom>
            <a:avLst/>
            <a:gdLst/>
            <a:ahLst/>
            <a:cxnLst/>
            <a:rect l="l" t="t" r="r" b="b"/>
            <a:pathLst>
              <a:path w="4339006" h="4349760" extrusionOk="0">
                <a:moveTo>
                  <a:pt x="2169505" y="323947"/>
                </a:moveTo>
                <a:cubicBezTo>
                  <a:pt x="1150232" y="323947"/>
                  <a:pt x="323948" y="1151735"/>
                  <a:pt x="323948" y="2172864"/>
                </a:cubicBezTo>
                <a:cubicBezTo>
                  <a:pt x="323948" y="3193993"/>
                  <a:pt x="1150232" y="4021781"/>
                  <a:pt x="2169505" y="4021781"/>
                </a:cubicBezTo>
                <a:cubicBezTo>
                  <a:pt x="3188778" y="4021781"/>
                  <a:pt x="4015062" y="3193993"/>
                  <a:pt x="4015062" y="2172864"/>
                </a:cubicBezTo>
                <a:cubicBezTo>
                  <a:pt x="4015062" y="1151735"/>
                  <a:pt x="3188778" y="323947"/>
                  <a:pt x="2169505" y="323947"/>
                </a:cubicBezTo>
                <a:close/>
                <a:moveTo>
                  <a:pt x="2169503" y="0"/>
                </a:moveTo>
                <a:cubicBezTo>
                  <a:pt x="3367686" y="0"/>
                  <a:pt x="4339006" y="973727"/>
                  <a:pt x="4339006" y="2174880"/>
                </a:cubicBezTo>
                <a:cubicBezTo>
                  <a:pt x="4339006" y="3376033"/>
                  <a:pt x="3367686" y="4349760"/>
                  <a:pt x="2169503" y="4349760"/>
                </a:cubicBezTo>
                <a:cubicBezTo>
                  <a:pt x="971320" y="4349760"/>
                  <a:pt x="0" y="3376033"/>
                  <a:pt x="0" y="2174880"/>
                </a:cubicBezTo>
                <a:cubicBezTo>
                  <a:pt x="0" y="973727"/>
                  <a:pt x="971320" y="0"/>
                  <a:pt x="2169503" y="0"/>
                </a:cubicBezTo>
                <a:close/>
              </a:path>
            </a:pathLst>
          </a:custGeom>
          <a:solidFill>
            <a:srgbClr val="4298B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03" name="Google Shape;503;p54"/>
          <p:cNvSpPr/>
          <p:nvPr/>
        </p:nvSpPr>
        <p:spPr>
          <a:xfrm>
            <a:off x="3884375" y="1879302"/>
            <a:ext cx="1332300" cy="1332300"/>
          </a:xfrm>
          <a:prstGeom prst="ellipse">
            <a:avLst/>
          </a:prstGeom>
          <a:solidFill>
            <a:srgbClr val="350D3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 name="Google Shape;504;p54"/>
          <p:cNvSpPr/>
          <p:nvPr/>
        </p:nvSpPr>
        <p:spPr>
          <a:xfrm rot="10800000" flipH="1">
            <a:off x="1870514" y="3202931"/>
            <a:ext cx="842161" cy="114535"/>
          </a:xfrm>
          <a:custGeom>
            <a:avLst/>
            <a:gdLst/>
            <a:ahLst/>
            <a:cxnLst/>
            <a:rect l="l" t="t" r="r" b="b"/>
            <a:pathLst>
              <a:path w="1772" h="241" extrusionOk="0">
                <a:moveTo>
                  <a:pt x="0" y="0"/>
                </a:moveTo>
                <a:lnTo>
                  <a:pt x="120" y="121"/>
                </a:lnTo>
                <a:lnTo>
                  <a:pt x="0" y="241"/>
                </a:lnTo>
                <a:lnTo>
                  <a:pt x="1772" y="241"/>
                </a:lnTo>
                <a:lnTo>
                  <a:pt x="1772" y="0"/>
                </a:lnTo>
                <a:lnTo>
                  <a:pt x="0" y="0"/>
                </a:lnTo>
                <a:close/>
              </a:path>
            </a:pathLst>
          </a:custGeom>
          <a:solidFill>
            <a:srgbClr val="006B8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05" name="Google Shape;505;p54"/>
          <p:cNvSpPr/>
          <p:nvPr/>
        </p:nvSpPr>
        <p:spPr>
          <a:xfrm rot="10800000" flipH="1">
            <a:off x="2712672" y="3139822"/>
            <a:ext cx="940064" cy="240953"/>
          </a:xfrm>
          <a:custGeom>
            <a:avLst/>
            <a:gdLst/>
            <a:ahLst/>
            <a:cxnLst/>
            <a:rect l="l" t="t" r="r" b="b"/>
            <a:pathLst>
              <a:path w="1978" h="507" extrusionOk="0">
                <a:moveTo>
                  <a:pt x="1978" y="254"/>
                </a:moveTo>
                <a:lnTo>
                  <a:pt x="1725" y="0"/>
                </a:lnTo>
                <a:lnTo>
                  <a:pt x="1725" y="133"/>
                </a:lnTo>
                <a:lnTo>
                  <a:pt x="0" y="133"/>
                </a:lnTo>
                <a:lnTo>
                  <a:pt x="0" y="374"/>
                </a:lnTo>
                <a:lnTo>
                  <a:pt x="1725" y="374"/>
                </a:lnTo>
                <a:lnTo>
                  <a:pt x="1725" y="507"/>
                </a:lnTo>
                <a:lnTo>
                  <a:pt x="1978" y="254"/>
                </a:lnTo>
                <a:close/>
              </a:path>
            </a:pathLst>
          </a:custGeom>
          <a:solidFill>
            <a:srgbClr val="007C9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06" name="Google Shape;506;p54"/>
          <p:cNvSpPr/>
          <p:nvPr/>
        </p:nvSpPr>
        <p:spPr>
          <a:xfrm rot="10800000" flipH="1">
            <a:off x="1945605" y="1773301"/>
            <a:ext cx="1541779" cy="1544165"/>
          </a:xfrm>
          <a:custGeom>
            <a:avLst/>
            <a:gdLst/>
            <a:ahLst/>
            <a:cxnLst/>
            <a:rect l="l" t="t" r="r" b="b"/>
            <a:pathLst>
              <a:path w="4343040" h="4349760" extrusionOk="0">
                <a:moveTo>
                  <a:pt x="2169503" y="323947"/>
                </a:moveTo>
                <a:cubicBezTo>
                  <a:pt x="1150230" y="323947"/>
                  <a:pt x="323946" y="1151735"/>
                  <a:pt x="323946" y="2172864"/>
                </a:cubicBezTo>
                <a:cubicBezTo>
                  <a:pt x="323946" y="3193993"/>
                  <a:pt x="1150230" y="4021781"/>
                  <a:pt x="2169503" y="4021781"/>
                </a:cubicBezTo>
                <a:cubicBezTo>
                  <a:pt x="3188776" y="4021781"/>
                  <a:pt x="4015060" y="3193993"/>
                  <a:pt x="4015060" y="2172864"/>
                </a:cubicBezTo>
                <a:cubicBezTo>
                  <a:pt x="4015060" y="1151735"/>
                  <a:pt x="3188776" y="323947"/>
                  <a:pt x="2169503" y="323947"/>
                </a:cubicBezTo>
                <a:close/>
                <a:moveTo>
                  <a:pt x="2171520" y="0"/>
                </a:moveTo>
                <a:cubicBezTo>
                  <a:pt x="3370817" y="0"/>
                  <a:pt x="4343040" y="973727"/>
                  <a:pt x="4343040" y="2174880"/>
                </a:cubicBezTo>
                <a:cubicBezTo>
                  <a:pt x="4343040" y="3376033"/>
                  <a:pt x="3370817" y="4349760"/>
                  <a:pt x="2171520" y="4349760"/>
                </a:cubicBezTo>
                <a:cubicBezTo>
                  <a:pt x="972223" y="4349760"/>
                  <a:pt x="0" y="3376033"/>
                  <a:pt x="0" y="2174880"/>
                </a:cubicBezTo>
                <a:cubicBezTo>
                  <a:pt x="0" y="973727"/>
                  <a:pt x="972223" y="0"/>
                  <a:pt x="2171520" y="0"/>
                </a:cubicBezTo>
                <a:close/>
              </a:path>
            </a:pathLst>
          </a:custGeom>
          <a:solidFill>
            <a:srgbClr val="007C9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07" name="Google Shape;507;p54"/>
          <p:cNvSpPr/>
          <p:nvPr/>
        </p:nvSpPr>
        <p:spPr>
          <a:xfrm>
            <a:off x="3718625" y="3300000"/>
            <a:ext cx="1643400" cy="18435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 name="Google Shape;508;p54"/>
          <p:cNvSpPr/>
          <p:nvPr/>
        </p:nvSpPr>
        <p:spPr>
          <a:xfrm>
            <a:off x="5713450" y="1879302"/>
            <a:ext cx="1332300" cy="1332300"/>
          </a:xfrm>
          <a:prstGeom prst="ellipse">
            <a:avLst/>
          </a:prstGeom>
          <a:solidFill>
            <a:srgbClr val="82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 name="Google Shape;509;p54"/>
          <p:cNvSpPr/>
          <p:nvPr/>
        </p:nvSpPr>
        <p:spPr>
          <a:xfrm rot="10800000" flipH="1">
            <a:off x="4546710" y="3139722"/>
            <a:ext cx="940064" cy="240953"/>
          </a:xfrm>
          <a:custGeom>
            <a:avLst/>
            <a:gdLst/>
            <a:ahLst/>
            <a:cxnLst/>
            <a:rect l="l" t="t" r="r" b="b"/>
            <a:pathLst>
              <a:path w="1978" h="507" extrusionOk="0">
                <a:moveTo>
                  <a:pt x="1978" y="254"/>
                </a:moveTo>
                <a:lnTo>
                  <a:pt x="1725" y="0"/>
                </a:lnTo>
                <a:lnTo>
                  <a:pt x="1725" y="133"/>
                </a:lnTo>
                <a:lnTo>
                  <a:pt x="0" y="133"/>
                </a:lnTo>
                <a:lnTo>
                  <a:pt x="0" y="374"/>
                </a:lnTo>
                <a:lnTo>
                  <a:pt x="1725" y="374"/>
                </a:lnTo>
                <a:lnTo>
                  <a:pt x="1725" y="507"/>
                </a:lnTo>
                <a:lnTo>
                  <a:pt x="1978" y="254"/>
                </a:lnTo>
                <a:close/>
              </a:path>
            </a:pathLst>
          </a:custGeom>
          <a:solidFill>
            <a:srgbClr val="62005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10" name="Google Shape;510;p54"/>
          <p:cNvSpPr/>
          <p:nvPr/>
        </p:nvSpPr>
        <p:spPr>
          <a:xfrm rot="10800000" flipH="1">
            <a:off x="3704551" y="3202931"/>
            <a:ext cx="842161" cy="114535"/>
          </a:xfrm>
          <a:custGeom>
            <a:avLst/>
            <a:gdLst/>
            <a:ahLst/>
            <a:cxnLst/>
            <a:rect l="l" t="t" r="r" b="b"/>
            <a:pathLst>
              <a:path w="1772" h="241" extrusionOk="0">
                <a:moveTo>
                  <a:pt x="0" y="0"/>
                </a:moveTo>
                <a:lnTo>
                  <a:pt x="120" y="121"/>
                </a:lnTo>
                <a:lnTo>
                  <a:pt x="0" y="241"/>
                </a:lnTo>
                <a:lnTo>
                  <a:pt x="1772" y="241"/>
                </a:lnTo>
                <a:lnTo>
                  <a:pt x="1772" y="0"/>
                </a:lnTo>
                <a:lnTo>
                  <a:pt x="0" y="0"/>
                </a:lnTo>
                <a:close/>
              </a:path>
            </a:pathLst>
          </a:custGeom>
          <a:solidFill>
            <a:srgbClr val="350D3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11" name="Google Shape;511;p54"/>
          <p:cNvSpPr/>
          <p:nvPr/>
        </p:nvSpPr>
        <p:spPr>
          <a:xfrm rot="10800000" flipH="1">
            <a:off x="3779642" y="1773301"/>
            <a:ext cx="1541779" cy="1544165"/>
          </a:xfrm>
          <a:custGeom>
            <a:avLst/>
            <a:gdLst/>
            <a:ahLst/>
            <a:cxnLst/>
            <a:rect l="l" t="t" r="r" b="b"/>
            <a:pathLst>
              <a:path w="4343040" h="4349760" extrusionOk="0">
                <a:moveTo>
                  <a:pt x="2169503" y="323947"/>
                </a:moveTo>
                <a:cubicBezTo>
                  <a:pt x="1150230" y="323947"/>
                  <a:pt x="323946" y="1151735"/>
                  <a:pt x="323946" y="2172864"/>
                </a:cubicBezTo>
                <a:cubicBezTo>
                  <a:pt x="323946" y="3193993"/>
                  <a:pt x="1150230" y="4021781"/>
                  <a:pt x="2169503" y="4021781"/>
                </a:cubicBezTo>
                <a:cubicBezTo>
                  <a:pt x="3188776" y="4021781"/>
                  <a:pt x="4015060" y="3193993"/>
                  <a:pt x="4015060" y="2172864"/>
                </a:cubicBezTo>
                <a:cubicBezTo>
                  <a:pt x="4015060" y="1151735"/>
                  <a:pt x="3188776" y="323947"/>
                  <a:pt x="2169503" y="323947"/>
                </a:cubicBezTo>
                <a:close/>
                <a:moveTo>
                  <a:pt x="2171520" y="0"/>
                </a:moveTo>
                <a:cubicBezTo>
                  <a:pt x="3370817" y="0"/>
                  <a:pt x="4343040" y="973727"/>
                  <a:pt x="4343040" y="2174880"/>
                </a:cubicBezTo>
                <a:cubicBezTo>
                  <a:pt x="4343040" y="3376033"/>
                  <a:pt x="3370817" y="4349760"/>
                  <a:pt x="2171520" y="4349760"/>
                </a:cubicBezTo>
                <a:cubicBezTo>
                  <a:pt x="972223" y="4349760"/>
                  <a:pt x="0" y="3376033"/>
                  <a:pt x="0" y="2174880"/>
                </a:cubicBezTo>
                <a:cubicBezTo>
                  <a:pt x="0" y="973727"/>
                  <a:pt x="972223" y="0"/>
                  <a:pt x="2171520" y="0"/>
                </a:cubicBezTo>
                <a:close/>
              </a:path>
            </a:pathLst>
          </a:custGeom>
          <a:solidFill>
            <a:srgbClr val="62005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12" name="Google Shape;512;p54"/>
          <p:cNvSpPr/>
          <p:nvPr/>
        </p:nvSpPr>
        <p:spPr>
          <a:xfrm>
            <a:off x="5549400" y="3300000"/>
            <a:ext cx="1663800" cy="1843500"/>
          </a:xfrm>
          <a:prstGeom prst="rect">
            <a:avLst/>
          </a:prstGeom>
          <a:solidFill>
            <a:srgbClr val="F9FBF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 name="Google Shape;513;p54"/>
          <p:cNvSpPr/>
          <p:nvPr/>
        </p:nvSpPr>
        <p:spPr>
          <a:xfrm>
            <a:off x="215650" y="1879302"/>
            <a:ext cx="1332300" cy="1332300"/>
          </a:xfrm>
          <a:prstGeom prst="ellipse">
            <a:avLst/>
          </a:prstGeom>
          <a:solidFill>
            <a:srgbClr val="006B8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 name="Google Shape;514;p54"/>
          <p:cNvSpPr/>
          <p:nvPr/>
        </p:nvSpPr>
        <p:spPr>
          <a:xfrm rot="10800000" flipH="1">
            <a:off x="6380747" y="3139722"/>
            <a:ext cx="940064" cy="240953"/>
          </a:xfrm>
          <a:custGeom>
            <a:avLst/>
            <a:gdLst/>
            <a:ahLst/>
            <a:cxnLst/>
            <a:rect l="l" t="t" r="r" b="b"/>
            <a:pathLst>
              <a:path w="1978" h="507" extrusionOk="0">
                <a:moveTo>
                  <a:pt x="1978" y="254"/>
                </a:moveTo>
                <a:lnTo>
                  <a:pt x="1725" y="0"/>
                </a:lnTo>
                <a:lnTo>
                  <a:pt x="1725" y="133"/>
                </a:lnTo>
                <a:lnTo>
                  <a:pt x="0" y="133"/>
                </a:lnTo>
                <a:lnTo>
                  <a:pt x="0" y="374"/>
                </a:lnTo>
                <a:lnTo>
                  <a:pt x="1725" y="374"/>
                </a:lnTo>
                <a:lnTo>
                  <a:pt x="1725" y="507"/>
                </a:lnTo>
                <a:lnTo>
                  <a:pt x="1978" y="254"/>
                </a:lnTo>
                <a:close/>
              </a:path>
            </a:pathLst>
          </a:custGeom>
          <a:solidFill>
            <a:srgbClr val="B83A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15" name="Google Shape;515;p54"/>
          <p:cNvSpPr/>
          <p:nvPr/>
        </p:nvSpPr>
        <p:spPr>
          <a:xfrm rot="10800000" flipH="1">
            <a:off x="5538588" y="3202931"/>
            <a:ext cx="842161" cy="114535"/>
          </a:xfrm>
          <a:custGeom>
            <a:avLst/>
            <a:gdLst/>
            <a:ahLst/>
            <a:cxnLst/>
            <a:rect l="l" t="t" r="r" b="b"/>
            <a:pathLst>
              <a:path w="1772" h="241" extrusionOk="0">
                <a:moveTo>
                  <a:pt x="0" y="0"/>
                </a:moveTo>
                <a:lnTo>
                  <a:pt x="120" y="121"/>
                </a:lnTo>
                <a:lnTo>
                  <a:pt x="0" y="241"/>
                </a:lnTo>
                <a:lnTo>
                  <a:pt x="1772" y="241"/>
                </a:lnTo>
                <a:lnTo>
                  <a:pt x="1772" y="0"/>
                </a:lnTo>
                <a:lnTo>
                  <a:pt x="0" y="0"/>
                </a:lnTo>
                <a:close/>
              </a:path>
            </a:pathLst>
          </a:custGeom>
          <a:solidFill>
            <a:srgbClr val="82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16" name="Google Shape;516;p54"/>
          <p:cNvSpPr/>
          <p:nvPr/>
        </p:nvSpPr>
        <p:spPr>
          <a:xfrm>
            <a:off x="7548525" y="1879302"/>
            <a:ext cx="1332300" cy="1332300"/>
          </a:xfrm>
          <a:prstGeom prst="ellipse">
            <a:avLst/>
          </a:prstGeom>
          <a:solidFill>
            <a:srgbClr val="CB5D1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 name="Google Shape;517;p54"/>
          <p:cNvSpPr/>
          <p:nvPr/>
        </p:nvSpPr>
        <p:spPr>
          <a:xfrm rot="10800000" flipH="1">
            <a:off x="5613679" y="1773301"/>
            <a:ext cx="1541779" cy="1544165"/>
          </a:xfrm>
          <a:custGeom>
            <a:avLst/>
            <a:gdLst/>
            <a:ahLst/>
            <a:cxnLst/>
            <a:rect l="l" t="t" r="r" b="b"/>
            <a:pathLst>
              <a:path w="4343040" h="4349760" extrusionOk="0">
                <a:moveTo>
                  <a:pt x="2169503" y="323947"/>
                </a:moveTo>
                <a:cubicBezTo>
                  <a:pt x="1150230" y="323947"/>
                  <a:pt x="323946" y="1151735"/>
                  <a:pt x="323946" y="2172864"/>
                </a:cubicBezTo>
                <a:cubicBezTo>
                  <a:pt x="323946" y="3193993"/>
                  <a:pt x="1150230" y="4021781"/>
                  <a:pt x="2169503" y="4021781"/>
                </a:cubicBezTo>
                <a:cubicBezTo>
                  <a:pt x="3188776" y="4021781"/>
                  <a:pt x="4015060" y="3193993"/>
                  <a:pt x="4015060" y="2172864"/>
                </a:cubicBezTo>
                <a:cubicBezTo>
                  <a:pt x="4015060" y="1151735"/>
                  <a:pt x="3188776" y="323947"/>
                  <a:pt x="2169503" y="323947"/>
                </a:cubicBezTo>
                <a:close/>
                <a:moveTo>
                  <a:pt x="2171520" y="0"/>
                </a:moveTo>
                <a:cubicBezTo>
                  <a:pt x="3370817" y="0"/>
                  <a:pt x="4343040" y="973727"/>
                  <a:pt x="4343040" y="2174880"/>
                </a:cubicBezTo>
                <a:cubicBezTo>
                  <a:pt x="4343040" y="3376033"/>
                  <a:pt x="3370817" y="4349760"/>
                  <a:pt x="2171520" y="4349760"/>
                </a:cubicBezTo>
                <a:cubicBezTo>
                  <a:pt x="972223" y="4349760"/>
                  <a:pt x="0" y="3376033"/>
                  <a:pt x="0" y="2174880"/>
                </a:cubicBezTo>
                <a:cubicBezTo>
                  <a:pt x="0" y="973727"/>
                  <a:pt x="972223" y="0"/>
                  <a:pt x="2171520" y="0"/>
                </a:cubicBezTo>
                <a:close/>
              </a:path>
            </a:pathLst>
          </a:custGeom>
          <a:solidFill>
            <a:srgbClr val="B83A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18" name="Google Shape;518;p54"/>
          <p:cNvSpPr/>
          <p:nvPr/>
        </p:nvSpPr>
        <p:spPr>
          <a:xfrm rot="10800000" flipH="1">
            <a:off x="7372625" y="3202931"/>
            <a:ext cx="842161" cy="114535"/>
          </a:xfrm>
          <a:custGeom>
            <a:avLst/>
            <a:gdLst/>
            <a:ahLst/>
            <a:cxnLst/>
            <a:rect l="l" t="t" r="r" b="b"/>
            <a:pathLst>
              <a:path w="1772" h="241" extrusionOk="0">
                <a:moveTo>
                  <a:pt x="0" y="0"/>
                </a:moveTo>
                <a:lnTo>
                  <a:pt x="120" y="121"/>
                </a:lnTo>
                <a:lnTo>
                  <a:pt x="0" y="241"/>
                </a:lnTo>
                <a:lnTo>
                  <a:pt x="1772" y="241"/>
                </a:lnTo>
                <a:lnTo>
                  <a:pt x="1772" y="0"/>
                </a:lnTo>
                <a:lnTo>
                  <a:pt x="0" y="0"/>
                </a:lnTo>
                <a:close/>
              </a:path>
            </a:pathLst>
          </a:custGeom>
          <a:solidFill>
            <a:srgbClr val="C746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19" name="Google Shape;519;p54"/>
          <p:cNvSpPr/>
          <p:nvPr/>
        </p:nvSpPr>
        <p:spPr>
          <a:xfrm>
            <a:off x="2041275" y="1879302"/>
            <a:ext cx="1332300" cy="1332300"/>
          </a:xfrm>
          <a:prstGeom prst="ellipse">
            <a:avLst/>
          </a:prstGeom>
          <a:solidFill>
            <a:srgbClr val="006B8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 name="Google Shape;520;p54"/>
          <p:cNvSpPr/>
          <p:nvPr/>
        </p:nvSpPr>
        <p:spPr>
          <a:xfrm rot="10800000" flipH="1">
            <a:off x="7447716" y="1773301"/>
            <a:ext cx="1541779" cy="1544165"/>
          </a:xfrm>
          <a:custGeom>
            <a:avLst/>
            <a:gdLst/>
            <a:ahLst/>
            <a:cxnLst/>
            <a:rect l="l" t="t" r="r" b="b"/>
            <a:pathLst>
              <a:path w="4343040" h="4349760" extrusionOk="0">
                <a:moveTo>
                  <a:pt x="2169503" y="323947"/>
                </a:moveTo>
                <a:cubicBezTo>
                  <a:pt x="1150230" y="323947"/>
                  <a:pt x="323946" y="1151735"/>
                  <a:pt x="323946" y="2172864"/>
                </a:cubicBezTo>
                <a:cubicBezTo>
                  <a:pt x="323946" y="3193993"/>
                  <a:pt x="1150230" y="4021781"/>
                  <a:pt x="2169503" y="4021781"/>
                </a:cubicBezTo>
                <a:cubicBezTo>
                  <a:pt x="3188776" y="4021781"/>
                  <a:pt x="4015060" y="3193993"/>
                  <a:pt x="4015060" y="2172864"/>
                </a:cubicBezTo>
                <a:cubicBezTo>
                  <a:pt x="4015060" y="1151735"/>
                  <a:pt x="3188776" y="323947"/>
                  <a:pt x="2169503" y="323947"/>
                </a:cubicBezTo>
                <a:close/>
                <a:moveTo>
                  <a:pt x="2171520" y="0"/>
                </a:moveTo>
                <a:cubicBezTo>
                  <a:pt x="3370817" y="0"/>
                  <a:pt x="4343040" y="973727"/>
                  <a:pt x="4343040" y="2174880"/>
                </a:cubicBezTo>
                <a:cubicBezTo>
                  <a:pt x="4343040" y="3376033"/>
                  <a:pt x="3370817" y="4349760"/>
                  <a:pt x="2171520" y="4349760"/>
                </a:cubicBezTo>
                <a:cubicBezTo>
                  <a:pt x="972223" y="4349760"/>
                  <a:pt x="0" y="3376033"/>
                  <a:pt x="0" y="2174880"/>
                </a:cubicBezTo>
                <a:cubicBezTo>
                  <a:pt x="0" y="973727"/>
                  <a:pt x="972223" y="0"/>
                  <a:pt x="2171520" y="0"/>
                </a:cubicBezTo>
                <a:close/>
              </a:path>
            </a:pathLst>
          </a:custGeom>
          <a:solidFill>
            <a:srgbClr val="F4795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21" name="Google Shape;521;p54"/>
          <p:cNvSpPr txBox="1"/>
          <p:nvPr/>
        </p:nvSpPr>
        <p:spPr>
          <a:xfrm>
            <a:off x="55600" y="3485225"/>
            <a:ext cx="1582200" cy="1098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a:latin typeface="Source Sans Pro"/>
                <a:ea typeface="Source Sans Pro"/>
                <a:cs typeface="Source Sans Pro"/>
                <a:sym typeface="Source Sans Pro"/>
              </a:rPr>
              <a:t>Replace icon to best fit content</a:t>
            </a:r>
            <a:endParaRPr sz="1800">
              <a:solidFill>
                <a:srgbClr val="000000"/>
              </a:solidFill>
              <a:latin typeface="Source Sans Pro"/>
              <a:ea typeface="Source Sans Pro"/>
              <a:cs typeface="Source Sans Pro"/>
              <a:sym typeface="Source Sans Pro"/>
            </a:endParaRPr>
          </a:p>
        </p:txBody>
      </p:sp>
      <p:sp>
        <p:nvSpPr>
          <p:cNvPr id="522" name="Google Shape;522;p54"/>
          <p:cNvSpPr txBox="1"/>
          <p:nvPr/>
        </p:nvSpPr>
        <p:spPr>
          <a:xfrm>
            <a:off x="1824846" y="3485225"/>
            <a:ext cx="1771500" cy="461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a:latin typeface="Source Sans Pro"/>
                <a:ea typeface="Source Sans Pro"/>
                <a:cs typeface="Source Sans Pro"/>
                <a:sym typeface="Source Sans Pro"/>
              </a:rPr>
              <a:t>Text</a:t>
            </a:r>
            <a:endParaRPr sz="1800">
              <a:solidFill>
                <a:srgbClr val="000000"/>
              </a:solidFill>
              <a:latin typeface="Source Sans Pro"/>
              <a:ea typeface="Source Sans Pro"/>
              <a:cs typeface="Source Sans Pro"/>
              <a:sym typeface="Source Sans Pro"/>
            </a:endParaRPr>
          </a:p>
        </p:txBody>
      </p:sp>
      <p:sp>
        <p:nvSpPr>
          <p:cNvPr id="523" name="Google Shape;523;p54"/>
          <p:cNvSpPr/>
          <p:nvPr/>
        </p:nvSpPr>
        <p:spPr>
          <a:xfrm rot="10800000">
            <a:off x="8286725" y="3203150"/>
            <a:ext cx="860700" cy="114300"/>
          </a:xfrm>
          <a:prstGeom prst="rect">
            <a:avLst/>
          </a:prstGeom>
          <a:solidFill>
            <a:srgbClr val="F4795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Calibri"/>
              <a:ea typeface="Calibri"/>
              <a:cs typeface="Calibri"/>
              <a:sym typeface="Calibri"/>
            </a:endParaRPr>
          </a:p>
        </p:txBody>
      </p:sp>
      <p:sp>
        <p:nvSpPr>
          <p:cNvPr id="524" name="Google Shape;524;p54"/>
          <p:cNvSpPr txBox="1"/>
          <p:nvPr/>
        </p:nvSpPr>
        <p:spPr>
          <a:xfrm>
            <a:off x="3718575" y="3485225"/>
            <a:ext cx="1663800" cy="461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a:latin typeface="Source Sans Pro"/>
                <a:ea typeface="Source Sans Pro"/>
                <a:cs typeface="Source Sans Pro"/>
                <a:sym typeface="Source Sans Pro"/>
              </a:rPr>
              <a:t>Text</a:t>
            </a:r>
            <a:endParaRPr sz="1800">
              <a:solidFill>
                <a:srgbClr val="000000"/>
              </a:solidFill>
              <a:latin typeface="Source Sans Pro"/>
              <a:ea typeface="Source Sans Pro"/>
              <a:cs typeface="Source Sans Pro"/>
              <a:sym typeface="Source Sans Pro"/>
            </a:endParaRPr>
          </a:p>
        </p:txBody>
      </p:sp>
      <p:sp>
        <p:nvSpPr>
          <p:cNvPr id="525" name="Google Shape;525;p54"/>
          <p:cNvSpPr txBox="1"/>
          <p:nvPr/>
        </p:nvSpPr>
        <p:spPr>
          <a:xfrm>
            <a:off x="5538600" y="3485225"/>
            <a:ext cx="1663800" cy="461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a:latin typeface="Source Sans Pro"/>
                <a:ea typeface="Source Sans Pro"/>
                <a:cs typeface="Source Sans Pro"/>
                <a:sym typeface="Source Sans Pro"/>
              </a:rPr>
              <a:t>Text</a:t>
            </a:r>
            <a:endParaRPr sz="1800">
              <a:solidFill>
                <a:srgbClr val="000000"/>
              </a:solidFill>
              <a:latin typeface="Source Sans Pro"/>
              <a:ea typeface="Source Sans Pro"/>
              <a:cs typeface="Source Sans Pro"/>
              <a:sym typeface="Source Sans Pro"/>
            </a:endParaRPr>
          </a:p>
        </p:txBody>
      </p:sp>
      <p:sp>
        <p:nvSpPr>
          <p:cNvPr id="526" name="Google Shape;526;p54"/>
          <p:cNvSpPr txBox="1"/>
          <p:nvPr/>
        </p:nvSpPr>
        <p:spPr>
          <a:xfrm>
            <a:off x="7487525" y="3485225"/>
            <a:ext cx="1541700" cy="461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a:latin typeface="Source Sans Pro"/>
                <a:ea typeface="Source Sans Pro"/>
                <a:cs typeface="Source Sans Pro"/>
                <a:sym typeface="Source Sans Pro"/>
              </a:rPr>
              <a:t>Text</a:t>
            </a:r>
            <a:endParaRPr sz="1800">
              <a:solidFill>
                <a:srgbClr val="000000"/>
              </a:solidFill>
              <a:latin typeface="Source Sans Pro"/>
              <a:ea typeface="Source Sans Pro"/>
              <a:cs typeface="Source Sans Pro"/>
              <a:sym typeface="Source Sans Pro"/>
            </a:endParaRPr>
          </a:p>
        </p:txBody>
      </p:sp>
      <p:grpSp>
        <p:nvGrpSpPr>
          <p:cNvPr id="527" name="Google Shape;527;p54"/>
          <p:cNvGrpSpPr/>
          <p:nvPr/>
        </p:nvGrpSpPr>
        <p:grpSpPr>
          <a:xfrm>
            <a:off x="7953689" y="2169750"/>
            <a:ext cx="991512" cy="969975"/>
            <a:chOff x="7953689" y="2169750"/>
            <a:chExt cx="991512" cy="969975"/>
          </a:xfrm>
        </p:grpSpPr>
        <p:pic>
          <p:nvPicPr>
            <p:cNvPr id="528" name="Google Shape;528;p54"/>
            <p:cNvPicPr preferRelativeResize="0"/>
            <p:nvPr/>
          </p:nvPicPr>
          <p:blipFill>
            <a:blip r:embed="rId3">
              <a:alphaModFix/>
            </a:blip>
            <a:stretch>
              <a:fillRect/>
            </a:stretch>
          </p:blipFill>
          <p:spPr>
            <a:xfrm>
              <a:off x="7953689" y="2169750"/>
              <a:ext cx="529845" cy="605527"/>
            </a:xfrm>
            <a:prstGeom prst="rect">
              <a:avLst/>
            </a:prstGeom>
            <a:noFill/>
            <a:ln>
              <a:noFill/>
            </a:ln>
          </p:spPr>
        </p:pic>
        <p:pic>
          <p:nvPicPr>
            <p:cNvPr id="529" name="Google Shape;529;p54"/>
            <p:cNvPicPr preferRelativeResize="0"/>
            <p:nvPr/>
          </p:nvPicPr>
          <p:blipFill>
            <a:blip r:embed="rId4">
              <a:alphaModFix/>
            </a:blip>
            <a:stretch>
              <a:fillRect/>
            </a:stretch>
          </p:blipFill>
          <p:spPr>
            <a:xfrm rot="-2144793">
              <a:off x="8194072" y="2388603"/>
              <a:ext cx="627030" cy="627033"/>
            </a:xfrm>
            <a:prstGeom prst="rect">
              <a:avLst/>
            </a:prstGeom>
            <a:noFill/>
            <a:ln>
              <a:noFill/>
            </a:ln>
          </p:spPr>
        </p:pic>
      </p:grpSp>
      <p:grpSp>
        <p:nvGrpSpPr>
          <p:cNvPr id="530" name="Google Shape;530;p54"/>
          <p:cNvGrpSpPr/>
          <p:nvPr/>
        </p:nvGrpSpPr>
        <p:grpSpPr>
          <a:xfrm>
            <a:off x="597375" y="2183000"/>
            <a:ext cx="681250" cy="821675"/>
            <a:chOff x="635150" y="2183000"/>
            <a:chExt cx="681250" cy="821675"/>
          </a:xfrm>
        </p:grpSpPr>
        <p:pic>
          <p:nvPicPr>
            <p:cNvPr id="531" name="Google Shape;531;p54"/>
            <p:cNvPicPr preferRelativeResize="0"/>
            <p:nvPr/>
          </p:nvPicPr>
          <p:blipFill>
            <a:blip r:embed="rId5">
              <a:alphaModFix/>
            </a:blip>
            <a:stretch>
              <a:fillRect/>
            </a:stretch>
          </p:blipFill>
          <p:spPr>
            <a:xfrm>
              <a:off x="635150" y="2183000"/>
              <a:ext cx="552300" cy="724777"/>
            </a:xfrm>
            <a:prstGeom prst="rect">
              <a:avLst/>
            </a:prstGeom>
            <a:noFill/>
            <a:ln>
              <a:noFill/>
            </a:ln>
          </p:spPr>
        </p:pic>
        <p:pic>
          <p:nvPicPr>
            <p:cNvPr id="532" name="Google Shape;532;p54"/>
            <p:cNvPicPr preferRelativeResize="0"/>
            <p:nvPr/>
          </p:nvPicPr>
          <p:blipFill>
            <a:blip r:embed="rId6">
              <a:alphaModFix/>
            </a:blip>
            <a:stretch>
              <a:fillRect/>
            </a:stretch>
          </p:blipFill>
          <p:spPr>
            <a:xfrm>
              <a:off x="902475" y="2590750"/>
              <a:ext cx="413925" cy="413925"/>
            </a:xfrm>
            <a:prstGeom prst="rect">
              <a:avLst/>
            </a:prstGeom>
            <a:noFill/>
            <a:ln>
              <a:noFill/>
            </a:ln>
          </p:spPr>
        </p:pic>
        <p:sp>
          <p:nvSpPr>
            <p:cNvPr id="533" name="Google Shape;533;p54"/>
            <p:cNvSpPr/>
            <p:nvPr/>
          </p:nvSpPr>
          <p:spPr>
            <a:xfrm>
              <a:off x="949550" y="2635900"/>
              <a:ext cx="240900" cy="240900"/>
            </a:xfrm>
            <a:prstGeom prst="ellipse">
              <a:avLst/>
            </a:prstGeom>
            <a:solidFill>
              <a:srgbClr val="67AF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 name="Google Shape;534;p54"/>
            <p:cNvSpPr txBox="1"/>
            <p:nvPr/>
          </p:nvSpPr>
          <p:spPr>
            <a:xfrm flipH="1">
              <a:off x="918188" y="2590750"/>
              <a:ext cx="332700" cy="2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rgbClr val="FFFFFF"/>
                  </a:solidFill>
                  <a:latin typeface="Comfortaa"/>
                  <a:ea typeface="Comfortaa"/>
                  <a:cs typeface="Comfortaa"/>
                  <a:sym typeface="Comfortaa"/>
                </a:rPr>
                <a:t>x</a:t>
              </a:r>
              <a:endParaRPr sz="1800" b="1">
                <a:solidFill>
                  <a:srgbClr val="FFFFFF"/>
                </a:solidFill>
                <a:latin typeface="Comfortaa"/>
                <a:ea typeface="Comfortaa"/>
                <a:cs typeface="Comfortaa"/>
                <a:sym typeface="Comfortaa"/>
              </a:endParaRPr>
            </a:p>
          </p:txBody>
        </p:sp>
      </p:grpSp>
      <p:grpSp>
        <p:nvGrpSpPr>
          <p:cNvPr id="535" name="Google Shape;535;p54"/>
          <p:cNvGrpSpPr/>
          <p:nvPr/>
        </p:nvGrpSpPr>
        <p:grpSpPr>
          <a:xfrm>
            <a:off x="5987225" y="2192251"/>
            <a:ext cx="807189" cy="725049"/>
            <a:chOff x="5987225" y="2192251"/>
            <a:chExt cx="807189" cy="725049"/>
          </a:xfrm>
        </p:grpSpPr>
        <p:pic>
          <p:nvPicPr>
            <p:cNvPr id="536" name="Google Shape;536;p54"/>
            <p:cNvPicPr preferRelativeResize="0"/>
            <p:nvPr/>
          </p:nvPicPr>
          <p:blipFill>
            <a:blip r:embed="rId7">
              <a:alphaModFix/>
            </a:blip>
            <a:stretch>
              <a:fillRect/>
            </a:stretch>
          </p:blipFill>
          <p:spPr>
            <a:xfrm>
              <a:off x="5987225" y="2192251"/>
              <a:ext cx="794700" cy="706400"/>
            </a:xfrm>
            <a:prstGeom prst="rect">
              <a:avLst/>
            </a:prstGeom>
            <a:noFill/>
            <a:ln>
              <a:noFill/>
            </a:ln>
          </p:spPr>
        </p:pic>
        <p:pic>
          <p:nvPicPr>
            <p:cNvPr id="537" name="Google Shape;537;p54"/>
            <p:cNvPicPr preferRelativeResize="0"/>
            <p:nvPr/>
          </p:nvPicPr>
          <p:blipFill>
            <a:blip r:embed="rId8">
              <a:alphaModFix/>
            </a:blip>
            <a:stretch>
              <a:fillRect/>
            </a:stretch>
          </p:blipFill>
          <p:spPr>
            <a:xfrm>
              <a:off x="6480714" y="2558800"/>
              <a:ext cx="313700" cy="358500"/>
            </a:xfrm>
            <a:prstGeom prst="rect">
              <a:avLst/>
            </a:prstGeom>
            <a:noFill/>
            <a:ln>
              <a:noFill/>
            </a:ln>
          </p:spPr>
        </p:pic>
        <p:sp>
          <p:nvSpPr>
            <p:cNvPr id="538" name="Google Shape;538;p54"/>
            <p:cNvSpPr/>
            <p:nvPr/>
          </p:nvSpPr>
          <p:spPr>
            <a:xfrm>
              <a:off x="6511725" y="2681050"/>
              <a:ext cx="252600" cy="204300"/>
            </a:xfrm>
            <a:prstGeom prst="rect">
              <a:avLst/>
            </a:prstGeom>
            <a:solidFill>
              <a:srgbClr val="820000"/>
            </a:solid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539" name="Google Shape;539;p54"/>
          <p:cNvGrpSpPr/>
          <p:nvPr/>
        </p:nvGrpSpPr>
        <p:grpSpPr>
          <a:xfrm>
            <a:off x="4176752" y="2169750"/>
            <a:ext cx="738198" cy="653773"/>
            <a:chOff x="4176752" y="2169750"/>
            <a:chExt cx="738198" cy="653773"/>
          </a:xfrm>
        </p:grpSpPr>
        <p:sp>
          <p:nvSpPr>
            <p:cNvPr id="540" name="Google Shape;540;p54"/>
            <p:cNvSpPr/>
            <p:nvPr/>
          </p:nvSpPr>
          <p:spPr>
            <a:xfrm>
              <a:off x="4601150" y="2315608"/>
              <a:ext cx="313800" cy="313800"/>
            </a:xfrm>
            <a:prstGeom prst="ellipse">
              <a:avLst/>
            </a:prstGeom>
            <a:noFill/>
            <a:ln w="76200" cap="flat" cmpd="sng">
              <a:solidFill>
                <a:srgbClr val="6200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 name="Google Shape;541;p54"/>
            <p:cNvSpPr/>
            <p:nvPr/>
          </p:nvSpPr>
          <p:spPr>
            <a:xfrm rot="2700000">
              <a:off x="4346100" y="2202525"/>
              <a:ext cx="158250" cy="15825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 name="Google Shape;542;p54"/>
            <p:cNvSpPr/>
            <p:nvPr/>
          </p:nvSpPr>
          <p:spPr>
            <a:xfrm>
              <a:off x="4313325" y="2320124"/>
              <a:ext cx="581700" cy="503400"/>
            </a:xfrm>
            <a:prstGeom prst="triangle">
              <a:avLst>
                <a:gd name="adj" fmla="val 50000"/>
              </a:avLst>
            </a:prstGeom>
            <a:solidFill>
              <a:srgbClr val="FFFFFF"/>
            </a:solidFill>
            <a:ln w="76200" cap="flat" cmpd="sng">
              <a:solidFill>
                <a:srgbClr val="350D3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 name="Google Shape;543;p54"/>
            <p:cNvSpPr/>
            <p:nvPr/>
          </p:nvSpPr>
          <p:spPr>
            <a:xfrm>
              <a:off x="4176752" y="2540965"/>
              <a:ext cx="281100" cy="281100"/>
            </a:xfrm>
            <a:prstGeom prst="flowChartDelay">
              <a:avLst/>
            </a:prstGeom>
            <a:solidFill>
              <a:srgbClr val="620059"/>
            </a:solidFill>
            <a:ln w="76200" cap="flat" cmpd="sng">
              <a:solidFill>
                <a:srgbClr val="350D3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544" name="Google Shape;544;p54"/>
          <p:cNvGrpSpPr/>
          <p:nvPr/>
        </p:nvGrpSpPr>
        <p:grpSpPr>
          <a:xfrm>
            <a:off x="2318438" y="2113075"/>
            <a:ext cx="794700" cy="794700"/>
            <a:chOff x="2318438" y="2113075"/>
            <a:chExt cx="794700" cy="794700"/>
          </a:xfrm>
        </p:grpSpPr>
        <p:pic>
          <p:nvPicPr>
            <p:cNvPr id="545" name="Google Shape;545;p54"/>
            <p:cNvPicPr preferRelativeResize="0"/>
            <p:nvPr/>
          </p:nvPicPr>
          <p:blipFill>
            <a:blip r:embed="rId9">
              <a:alphaModFix/>
            </a:blip>
            <a:stretch>
              <a:fillRect/>
            </a:stretch>
          </p:blipFill>
          <p:spPr>
            <a:xfrm>
              <a:off x="2318438" y="2113075"/>
              <a:ext cx="794700" cy="794700"/>
            </a:xfrm>
            <a:prstGeom prst="rect">
              <a:avLst/>
            </a:prstGeom>
            <a:noFill/>
            <a:ln>
              <a:noFill/>
            </a:ln>
          </p:spPr>
        </p:pic>
        <p:sp>
          <p:nvSpPr>
            <p:cNvPr id="546" name="Google Shape;546;p54"/>
            <p:cNvSpPr/>
            <p:nvPr/>
          </p:nvSpPr>
          <p:spPr>
            <a:xfrm>
              <a:off x="2655225" y="2315625"/>
              <a:ext cx="172500" cy="360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7" name="Google Shape;547;p54"/>
            <p:cNvSpPr/>
            <p:nvPr/>
          </p:nvSpPr>
          <p:spPr>
            <a:xfrm>
              <a:off x="2852750" y="2315625"/>
              <a:ext cx="47100" cy="360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8" name="Google Shape;548;p54"/>
            <p:cNvSpPr/>
            <p:nvPr/>
          </p:nvSpPr>
          <p:spPr>
            <a:xfrm>
              <a:off x="2924475" y="2315625"/>
              <a:ext cx="47100" cy="360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9" name="Google Shape;549;p54"/>
            <p:cNvSpPr/>
            <p:nvPr/>
          </p:nvSpPr>
          <p:spPr>
            <a:xfrm>
              <a:off x="2655225" y="2375450"/>
              <a:ext cx="316200" cy="360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0" name="Google Shape;550;p54"/>
            <p:cNvSpPr/>
            <p:nvPr/>
          </p:nvSpPr>
          <p:spPr>
            <a:xfrm>
              <a:off x="2655225" y="2434325"/>
              <a:ext cx="316200" cy="360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1" name="Google Shape;551;p54"/>
            <p:cNvSpPr/>
            <p:nvPr/>
          </p:nvSpPr>
          <p:spPr>
            <a:xfrm>
              <a:off x="2656375" y="2501750"/>
              <a:ext cx="47100" cy="360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2" name="Google Shape;552;p54"/>
            <p:cNvSpPr/>
            <p:nvPr/>
          </p:nvSpPr>
          <p:spPr>
            <a:xfrm>
              <a:off x="2728100" y="2501750"/>
              <a:ext cx="47100" cy="36000"/>
            </a:xfrm>
            <a:prstGeom prst="rect">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7C92"/>
        </a:solidFill>
        <a:effectLst/>
      </p:bgPr>
    </p:bg>
    <p:spTree>
      <p:nvGrpSpPr>
        <p:cNvPr id="1" name="Shape 556"/>
        <p:cNvGrpSpPr/>
        <p:nvPr/>
      </p:nvGrpSpPr>
      <p:grpSpPr>
        <a:xfrm>
          <a:off x="0" y="0"/>
          <a:ext cx="0" cy="0"/>
          <a:chOff x="0" y="0"/>
          <a:chExt cx="0" cy="0"/>
        </a:xfrm>
      </p:grpSpPr>
      <p:pic>
        <p:nvPicPr>
          <p:cNvPr id="557" name="Google Shape;557;p55" descr="Background pattern&#10;&#10;Description automatically generated with low confidence"/>
          <p:cNvPicPr preferRelativeResize="0"/>
          <p:nvPr/>
        </p:nvPicPr>
        <p:blipFill rotWithShape="1">
          <a:blip r:embed="rId3">
            <a:alphaModFix amt="70000"/>
          </a:blip>
          <a:srcRect/>
          <a:stretch/>
        </p:blipFill>
        <p:spPr>
          <a:xfrm>
            <a:off x="0" y="0"/>
            <a:ext cx="2893735" cy="5143500"/>
          </a:xfrm>
          <a:prstGeom prst="rect">
            <a:avLst/>
          </a:prstGeom>
          <a:noFill/>
          <a:ln>
            <a:noFill/>
          </a:ln>
        </p:spPr>
      </p:pic>
      <p:sp>
        <p:nvSpPr>
          <p:cNvPr id="558" name="Google Shape;558;p55"/>
          <p:cNvSpPr txBox="1"/>
          <p:nvPr/>
        </p:nvSpPr>
        <p:spPr>
          <a:xfrm>
            <a:off x="0" y="0"/>
            <a:ext cx="2048400" cy="5143500"/>
          </a:xfrm>
          <a:prstGeom prst="rect">
            <a:avLst/>
          </a:prstGeom>
          <a:solidFill>
            <a:srgbClr val="595959"/>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559" name="Google Shape;559;p55"/>
          <p:cNvSpPr txBox="1"/>
          <p:nvPr/>
        </p:nvSpPr>
        <p:spPr>
          <a:xfrm>
            <a:off x="2373850" y="257675"/>
            <a:ext cx="6594300" cy="90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lt1"/>
                </a:solidFill>
                <a:latin typeface="Source Sans Pro"/>
                <a:ea typeface="Source Sans Pro"/>
                <a:cs typeface="Source Sans Pro"/>
                <a:sym typeface="Source Sans Pro"/>
              </a:rPr>
              <a:t>Lorem ipsum dolor sit amet consectetur adipiscing elit. Quisque faucibus ex sapien vitae pellentesque sem placerat. In id cursus mi pretium tellus duis convallis.</a:t>
            </a:r>
            <a:endParaRPr sz="1800">
              <a:solidFill>
                <a:schemeClr val="lt1"/>
              </a:solidFill>
              <a:latin typeface="Source Sans Pro"/>
              <a:ea typeface="Source Sans Pro"/>
              <a:cs typeface="Source Sans Pro"/>
              <a:sym typeface="Source Sans Pro"/>
            </a:endParaRPr>
          </a:p>
          <a:p>
            <a:pPr marL="0" lvl="0" indent="0" algn="ctr" rtl="0">
              <a:lnSpc>
                <a:spcPct val="115000"/>
              </a:lnSpc>
              <a:spcBef>
                <a:spcPts val="0"/>
              </a:spcBef>
              <a:spcAft>
                <a:spcPts val="0"/>
              </a:spcAft>
              <a:buNone/>
            </a:pPr>
            <a:endParaRPr sz="1800">
              <a:solidFill>
                <a:schemeClr val="lt1"/>
              </a:solidFill>
              <a:latin typeface="Source Sans Pro"/>
              <a:ea typeface="Source Sans Pro"/>
              <a:cs typeface="Source Sans Pro"/>
              <a:sym typeface="Source Sans Pro"/>
            </a:endParaRPr>
          </a:p>
        </p:txBody>
      </p:sp>
      <p:sp>
        <p:nvSpPr>
          <p:cNvPr id="560" name="Google Shape;560;p55"/>
          <p:cNvSpPr/>
          <p:nvPr/>
        </p:nvSpPr>
        <p:spPr>
          <a:xfrm>
            <a:off x="10575" y="792225"/>
            <a:ext cx="2037900" cy="38700"/>
          </a:xfrm>
          <a:prstGeom prst="rect">
            <a:avLst/>
          </a:prstGeom>
          <a:gradFill>
            <a:gsLst>
              <a:gs pos="0">
                <a:srgbClr val="007C92"/>
              </a:gs>
              <a:gs pos="37000">
                <a:srgbClr val="620059"/>
              </a:gs>
              <a:gs pos="71000">
                <a:srgbClr val="A72A1E"/>
              </a:gs>
              <a:gs pos="100000">
                <a:srgbClr val="D1660F"/>
              </a:gs>
            </a:gsLst>
            <a:lin ang="2700006"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nvGrpSpPr>
          <p:cNvPr id="561" name="Google Shape;561;p55"/>
          <p:cNvGrpSpPr/>
          <p:nvPr/>
        </p:nvGrpSpPr>
        <p:grpSpPr>
          <a:xfrm>
            <a:off x="2499100" y="1447175"/>
            <a:ext cx="6343800" cy="3365700"/>
            <a:chOff x="2499100" y="1447175"/>
            <a:chExt cx="6343800" cy="3365700"/>
          </a:xfrm>
        </p:grpSpPr>
        <p:pic>
          <p:nvPicPr>
            <p:cNvPr id="562" name="Google Shape;562;p55" title="20240130_Campus_life_N6A9927.jpg"/>
            <p:cNvPicPr preferRelativeResize="0"/>
            <p:nvPr/>
          </p:nvPicPr>
          <p:blipFill rotWithShape="1">
            <a:blip r:embed="rId4">
              <a:alphaModFix/>
            </a:blip>
            <a:srcRect b="20842"/>
            <a:stretch/>
          </p:blipFill>
          <p:spPr>
            <a:xfrm>
              <a:off x="2501425" y="1447175"/>
              <a:ext cx="6339149" cy="3346850"/>
            </a:xfrm>
            <a:prstGeom prst="rect">
              <a:avLst/>
            </a:prstGeom>
            <a:noFill/>
            <a:ln>
              <a:noFill/>
            </a:ln>
          </p:spPr>
        </p:pic>
        <p:sp>
          <p:nvSpPr>
            <p:cNvPr id="563" name="Google Shape;563;p55"/>
            <p:cNvSpPr/>
            <p:nvPr/>
          </p:nvSpPr>
          <p:spPr>
            <a:xfrm>
              <a:off x="2499100" y="1447175"/>
              <a:ext cx="6343800" cy="3365700"/>
            </a:xfrm>
            <a:prstGeom prst="rect">
              <a:avLst/>
            </a:prstGeom>
            <a:solidFill>
              <a:srgbClr val="000000">
                <a:alpha val="487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libri"/>
                  <a:ea typeface="Calibri"/>
                  <a:cs typeface="Calibri"/>
                  <a:sym typeface="Calibri"/>
                </a:rPr>
                <a:t>Place your image here</a:t>
              </a:r>
              <a:endParaRPr>
                <a:solidFill>
                  <a:schemeClr val="lt1"/>
                </a:solidFill>
                <a:latin typeface="Calibri"/>
                <a:ea typeface="Calibri"/>
                <a:cs typeface="Calibri"/>
                <a:sym typeface="Calibri"/>
              </a:endParaRPr>
            </a:p>
          </p:txBody>
        </p:sp>
      </p:grpSp>
      <p:sp>
        <p:nvSpPr>
          <p:cNvPr id="564" name="Google Shape;564;p55"/>
          <p:cNvSpPr txBox="1"/>
          <p:nvPr/>
        </p:nvSpPr>
        <p:spPr>
          <a:xfrm>
            <a:off x="150900" y="997525"/>
            <a:ext cx="1897500" cy="281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a:solidFill>
                  <a:schemeClr val="lt1"/>
                </a:solidFill>
                <a:latin typeface="Roboto Black"/>
                <a:ea typeface="Roboto Black"/>
                <a:cs typeface="Roboto Black"/>
                <a:sym typeface="Roboto Black"/>
              </a:rPr>
              <a:t>Title</a:t>
            </a:r>
            <a:endParaRPr sz="3300">
              <a:solidFill>
                <a:srgbClr val="FFFFFF"/>
              </a:solidFill>
              <a:latin typeface="Roboto Black"/>
              <a:ea typeface="Roboto Black"/>
              <a:cs typeface="Roboto Black"/>
              <a:sym typeface="Roboto Black"/>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20059"/>
        </a:solidFill>
        <a:effectLst/>
      </p:bgPr>
    </p:bg>
    <p:spTree>
      <p:nvGrpSpPr>
        <p:cNvPr id="1" name="Shape 568"/>
        <p:cNvGrpSpPr/>
        <p:nvPr/>
      </p:nvGrpSpPr>
      <p:grpSpPr>
        <a:xfrm>
          <a:off x="0" y="0"/>
          <a:ext cx="0" cy="0"/>
          <a:chOff x="0" y="0"/>
          <a:chExt cx="0" cy="0"/>
        </a:xfrm>
      </p:grpSpPr>
      <p:sp>
        <p:nvSpPr>
          <p:cNvPr id="569" name="Google Shape;569;p56"/>
          <p:cNvSpPr txBox="1"/>
          <p:nvPr/>
        </p:nvSpPr>
        <p:spPr>
          <a:xfrm>
            <a:off x="0" y="0"/>
            <a:ext cx="2048400" cy="5143500"/>
          </a:xfrm>
          <a:prstGeom prst="rect">
            <a:avLst/>
          </a:prstGeom>
          <a:solidFill>
            <a:srgbClr val="595959"/>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570" name="Google Shape;570;p56"/>
          <p:cNvSpPr/>
          <p:nvPr/>
        </p:nvSpPr>
        <p:spPr>
          <a:xfrm>
            <a:off x="10575" y="792225"/>
            <a:ext cx="2037900" cy="38700"/>
          </a:xfrm>
          <a:prstGeom prst="rect">
            <a:avLst/>
          </a:prstGeom>
          <a:gradFill>
            <a:gsLst>
              <a:gs pos="0">
                <a:srgbClr val="007C92"/>
              </a:gs>
              <a:gs pos="37000">
                <a:srgbClr val="620059"/>
              </a:gs>
              <a:gs pos="71000">
                <a:srgbClr val="A72A1E"/>
              </a:gs>
              <a:gs pos="100000">
                <a:srgbClr val="D1660F"/>
              </a:gs>
            </a:gsLst>
            <a:lin ang="2700006"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571" name="Google Shape;571;p56"/>
          <p:cNvSpPr txBox="1"/>
          <p:nvPr/>
        </p:nvSpPr>
        <p:spPr>
          <a:xfrm>
            <a:off x="2372100" y="76200"/>
            <a:ext cx="3135300" cy="4976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800">
                <a:solidFill>
                  <a:schemeClr val="lt1"/>
                </a:solidFill>
                <a:latin typeface="Source Sans Pro"/>
                <a:ea typeface="Source Sans Pro"/>
                <a:cs typeface="Source Sans Pro"/>
                <a:sym typeface="Source Sans Pro"/>
              </a:rPr>
              <a:t>Lorem ipsum dolor sit amet consectetur adipiscing elit. Quisque faucibus ex sapien vitae pellentesque sem placerat. In id cursus mi pretium tellus duis convallis. Tempus leo eu aenean sed diam urna tempor. Pulvinar vivamus fringilla lacus nec metus bibendum egestas. Iaculis massa nisl malesuada lacinia integer nunc posuere. Ut hendrerit semper vel class aptent taciti sociosqu. </a:t>
            </a:r>
            <a:endParaRPr sz="1800">
              <a:solidFill>
                <a:schemeClr val="lt1"/>
              </a:solidFill>
              <a:latin typeface="Source Sans Pro"/>
              <a:ea typeface="Source Sans Pro"/>
              <a:cs typeface="Source Sans Pro"/>
              <a:sym typeface="Source Sans Pro"/>
            </a:endParaRPr>
          </a:p>
        </p:txBody>
      </p:sp>
      <p:sp>
        <p:nvSpPr>
          <p:cNvPr id="572" name="Google Shape;572;p56"/>
          <p:cNvSpPr txBox="1"/>
          <p:nvPr/>
        </p:nvSpPr>
        <p:spPr>
          <a:xfrm>
            <a:off x="150900" y="997525"/>
            <a:ext cx="1897500" cy="281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300">
                <a:solidFill>
                  <a:schemeClr val="lt1"/>
                </a:solidFill>
                <a:latin typeface="Roboto Black"/>
                <a:ea typeface="Roboto Black"/>
                <a:cs typeface="Roboto Black"/>
                <a:sym typeface="Roboto Black"/>
              </a:rPr>
              <a:t>Title</a:t>
            </a:r>
            <a:endParaRPr sz="3300">
              <a:solidFill>
                <a:srgbClr val="FFFFFF"/>
              </a:solidFill>
              <a:latin typeface="Roboto Black"/>
              <a:ea typeface="Roboto Black"/>
              <a:cs typeface="Roboto Black"/>
              <a:sym typeface="Roboto Black"/>
            </a:endParaRPr>
          </a:p>
        </p:txBody>
      </p:sp>
      <p:pic>
        <p:nvPicPr>
          <p:cNvPr id="573" name="Google Shape;573;p56" title="20240130_Campus_life_N6A9927.jpg"/>
          <p:cNvPicPr preferRelativeResize="0"/>
          <p:nvPr/>
        </p:nvPicPr>
        <p:blipFill rotWithShape="1">
          <a:blip r:embed="rId3">
            <a:alphaModFix/>
          </a:blip>
          <a:srcRect l="32776" r="24315" b="813"/>
          <a:stretch/>
        </p:blipFill>
        <p:spPr>
          <a:xfrm>
            <a:off x="5830125" y="185975"/>
            <a:ext cx="3096924" cy="4775174"/>
          </a:xfrm>
          <a:prstGeom prst="rect">
            <a:avLst/>
          </a:prstGeom>
          <a:noFill/>
          <a:ln>
            <a:noFill/>
          </a:ln>
        </p:spPr>
      </p:pic>
      <p:sp>
        <p:nvSpPr>
          <p:cNvPr id="574" name="Google Shape;574;p56"/>
          <p:cNvSpPr/>
          <p:nvPr/>
        </p:nvSpPr>
        <p:spPr>
          <a:xfrm>
            <a:off x="5830125" y="185975"/>
            <a:ext cx="3096900" cy="4775100"/>
          </a:xfrm>
          <a:prstGeom prst="rect">
            <a:avLst/>
          </a:prstGeom>
          <a:solidFill>
            <a:srgbClr val="000000">
              <a:alpha val="487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Calibri"/>
                <a:ea typeface="Calibri"/>
                <a:cs typeface="Calibri"/>
                <a:sym typeface="Calibri"/>
              </a:rPr>
              <a:t>Place your image here</a:t>
            </a:r>
            <a:endParaRPr>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57"/>
          <p:cNvSpPr txBox="1"/>
          <p:nvPr/>
        </p:nvSpPr>
        <p:spPr>
          <a:xfrm>
            <a:off x="350150" y="108450"/>
            <a:ext cx="8503800" cy="784500"/>
          </a:xfrm>
          <a:prstGeom prst="rect">
            <a:avLst/>
          </a:prstGeom>
          <a:noFill/>
          <a:ln>
            <a:noFill/>
          </a:ln>
        </p:spPr>
        <p:txBody>
          <a:bodyPr spcFirstLastPara="1" wrap="square" lIns="0" tIns="44175" rIns="0" bIns="44175" anchor="ctr" anchorCtr="0">
            <a:normAutofit/>
          </a:bodyPr>
          <a:lstStyle/>
          <a:p>
            <a:pPr marL="0" lvl="0" indent="0" algn="ctr" rtl="0">
              <a:lnSpc>
                <a:spcPct val="90000"/>
              </a:lnSpc>
              <a:spcBef>
                <a:spcPts val="0"/>
              </a:spcBef>
              <a:spcAft>
                <a:spcPts val="0"/>
              </a:spcAft>
              <a:buNone/>
            </a:pPr>
            <a:r>
              <a:rPr lang="en" sz="3000">
                <a:solidFill>
                  <a:srgbClr val="53565A"/>
                </a:solidFill>
                <a:latin typeface="Georgia"/>
                <a:ea typeface="Georgia"/>
                <a:cs typeface="Georgia"/>
                <a:sym typeface="Georgia"/>
              </a:rPr>
              <a:t>Title</a:t>
            </a:r>
            <a:endParaRPr sz="3000">
              <a:solidFill>
                <a:srgbClr val="53565A"/>
              </a:solidFill>
              <a:latin typeface="Georgia"/>
              <a:ea typeface="Georgia"/>
              <a:cs typeface="Georgia"/>
              <a:sym typeface="Georgia"/>
            </a:endParaRPr>
          </a:p>
        </p:txBody>
      </p:sp>
      <p:sp>
        <p:nvSpPr>
          <p:cNvPr id="580" name="Google Shape;580;p57"/>
          <p:cNvSpPr/>
          <p:nvPr/>
        </p:nvSpPr>
        <p:spPr>
          <a:xfrm>
            <a:off x="4545675" y="996200"/>
            <a:ext cx="4598400" cy="4147200"/>
          </a:xfrm>
          <a:prstGeom prst="rect">
            <a:avLst/>
          </a:prstGeom>
          <a:solidFill>
            <a:srgbClr val="8D151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300" b="1">
              <a:solidFill>
                <a:srgbClr val="FFFFFF"/>
              </a:solidFill>
              <a:latin typeface="Barlow Semi Condensed"/>
              <a:ea typeface="Barlow Semi Condensed"/>
              <a:cs typeface="Barlow Semi Condensed"/>
              <a:sym typeface="Barlow Semi Condensed"/>
            </a:endParaRPr>
          </a:p>
        </p:txBody>
      </p:sp>
      <p:sp>
        <p:nvSpPr>
          <p:cNvPr id="581" name="Google Shape;581;p57"/>
          <p:cNvSpPr/>
          <p:nvPr/>
        </p:nvSpPr>
        <p:spPr>
          <a:xfrm>
            <a:off x="75" y="996200"/>
            <a:ext cx="4545600" cy="4147200"/>
          </a:xfrm>
          <a:prstGeom prst="rect">
            <a:avLst/>
          </a:prstGeom>
          <a:solidFill>
            <a:srgbClr val="007C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300" b="1">
              <a:solidFill>
                <a:srgbClr val="FFFFFF"/>
              </a:solidFill>
              <a:latin typeface="Barlow Semi Condensed"/>
              <a:ea typeface="Barlow Semi Condensed"/>
              <a:cs typeface="Barlow Semi Condensed"/>
              <a:sym typeface="Barlow Semi Condensed"/>
            </a:endParaRPr>
          </a:p>
        </p:txBody>
      </p:sp>
      <p:sp>
        <p:nvSpPr>
          <p:cNvPr id="582" name="Google Shape;582;p57"/>
          <p:cNvSpPr/>
          <p:nvPr/>
        </p:nvSpPr>
        <p:spPr>
          <a:xfrm>
            <a:off x="12100" y="970500"/>
            <a:ext cx="9124500" cy="943200"/>
          </a:xfrm>
          <a:prstGeom prst="rect">
            <a:avLst/>
          </a:prstGeom>
          <a:solidFill>
            <a:srgbClr val="FFFFFF">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3" name="Google Shape;583;p57"/>
          <p:cNvSpPr txBox="1"/>
          <p:nvPr/>
        </p:nvSpPr>
        <p:spPr>
          <a:xfrm>
            <a:off x="378225" y="1022900"/>
            <a:ext cx="3789300" cy="896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800"/>
              </a:spcAft>
              <a:buNone/>
            </a:pPr>
            <a:r>
              <a:rPr lang="en" sz="3000" b="1">
                <a:solidFill>
                  <a:srgbClr val="FFFFFF"/>
                </a:solidFill>
                <a:latin typeface="Source Sans Pro"/>
                <a:ea typeface="Source Sans Pro"/>
                <a:cs typeface="Source Sans Pro"/>
                <a:sym typeface="Source Sans Pro"/>
              </a:rPr>
              <a:t>Heading 1</a:t>
            </a:r>
            <a:br>
              <a:rPr lang="en" sz="3000" b="1">
                <a:solidFill>
                  <a:srgbClr val="FFFFFF"/>
                </a:solidFill>
                <a:latin typeface="Source Sans Pro"/>
                <a:ea typeface="Source Sans Pro"/>
                <a:cs typeface="Source Sans Pro"/>
                <a:sym typeface="Source Sans Pro"/>
              </a:rPr>
            </a:br>
            <a:r>
              <a:rPr lang="en" sz="1500" i="1">
                <a:solidFill>
                  <a:schemeClr val="lt1"/>
                </a:solidFill>
                <a:latin typeface="Source Sans Pro"/>
                <a:ea typeface="Source Sans Pro"/>
                <a:cs typeface="Source Sans Pro"/>
                <a:sym typeface="Source Sans Pro"/>
              </a:rPr>
              <a:t>Subheading</a:t>
            </a:r>
            <a:endParaRPr sz="1500">
              <a:solidFill>
                <a:srgbClr val="FFFFFF"/>
              </a:solidFill>
              <a:latin typeface="Source Sans Pro"/>
              <a:ea typeface="Source Sans Pro"/>
              <a:cs typeface="Source Sans Pro"/>
              <a:sym typeface="Source Sans Pro"/>
            </a:endParaRPr>
          </a:p>
        </p:txBody>
      </p:sp>
      <p:sp>
        <p:nvSpPr>
          <p:cNvPr id="584" name="Google Shape;584;p57"/>
          <p:cNvSpPr txBox="1"/>
          <p:nvPr/>
        </p:nvSpPr>
        <p:spPr>
          <a:xfrm>
            <a:off x="4950225" y="1022900"/>
            <a:ext cx="3789300" cy="896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800"/>
              </a:spcAft>
              <a:buNone/>
            </a:pPr>
            <a:r>
              <a:rPr lang="en" sz="3000" b="1">
                <a:solidFill>
                  <a:srgbClr val="FFFFFF"/>
                </a:solidFill>
                <a:latin typeface="Source Sans Pro"/>
                <a:ea typeface="Source Sans Pro"/>
                <a:cs typeface="Source Sans Pro"/>
                <a:sym typeface="Source Sans Pro"/>
              </a:rPr>
              <a:t>Heading 2 </a:t>
            </a:r>
            <a:br>
              <a:rPr lang="en" sz="2000" b="1">
                <a:solidFill>
                  <a:srgbClr val="FFFFFF"/>
                </a:solidFill>
                <a:latin typeface="Source Sans Pro"/>
                <a:ea typeface="Source Sans Pro"/>
                <a:cs typeface="Source Sans Pro"/>
                <a:sym typeface="Source Sans Pro"/>
              </a:rPr>
            </a:br>
            <a:r>
              <a:rPr lang="en" sz="1500" i="1">
                <a:solidFill>
                  <a:srgbClr val="FFFFFF"/>
                </a:solidFill>
                <a:latin typeface="Source Sans Pro"/>
                <a:ea typeface="Source Sans Pro"/>
                <a:cs typeface="Source Sans Pro"/>
                <a:sym typeface="Source Sans Pro"/>
              </a:rPr>
              <a:t>Subheading</a:t>
            </a:r>
            <a:endParaRPr sz="1500">
              <a:solidFill>
                <a:srgbClr val="FFFFFF"/>
              </a:solidFill>
              <a:latin typeface="Source Sans Pro"/>
              <a:ea typeface="Source Sans Pro"/>
              <a:cs typeface="Source Sans Pro"/>
              <a:sym typeface="Source Sans Pro"/>
            </a:endParaRPr>
          </a:p>
        </p:txBody>
      </p:sp>
      <p:sp>
        <p:nvSpPr>
          <p:cNvPr id="585" name="Google Shape;585;p57"/>
          <p:cNvSpPr txBox="1"/>
          <p:nvPr/>
        </p:nvSpPr>
        <p:spPr>
          <a:xfrm>
            <a:off x="212750" y="2048950"/>
            <a:ext cx="4011600" cy="4617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lt1"/>
              </a:buClr>
              <a:buSzPts val="1800"/>
              <a:buFont typeface="Source Sans Pro"/>
              <a:buChar char="●"/>
            </a:pPr>
            <a:r>
              <a:rPr lang="en" sz="1800">
                <a:solidFill>
                  <a:schemeClr val="lt1"/>
                </a:solidFill>
                <a:latin typeface="Source Sans Pro"/>
                <a:ea typeface="Source Sans Pro"/>
                <a:cs typeface="Source Sans Pro"/>
                <a:sym typeface="Source Sans Pro"/>
              </a:rPr>
              <a:t>Text goes here</a:t>
            </a:r>
            <a:endParaRPr sz="1800">
              <a:solidFill>
                <a:schemeClr val="lt1"/>
              </a:solidFill>
              <a:latin typeface="Source Sans Pro"/>
              <a:ea typeface="Source Sans Pro"/>
              <a:cs typeface="Source Sans Pro"/>
              <a:sym typeface="Source Sans Pro"/>
            </a:endParaRPr>
          </a:p>
        </p:txBody>
      </p:sp>
      <p:sp>
        <p:nvSpPr>
          <p:cNvPr id="586" name="Google Shape;586;p57"/>
          <p:cNvSpPr txBox="1"/>
          <p:nvPr/>
        </p:nvSpPr>
        <p:spPr>
          <a:xfrm>
            <a:off x="4839075" y="2048950"/>
            <a:ext cx="4011600" cy="4617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lt1"/>
              </a:buClr>
              <a:buSzPts val="1800"/>
              <a:buFont typeface="Source Sans Pro"/>
              <a:buChar char="●"/>
            </a:pPr>
            <a:r>
              <a:rPr lang="en" sz="1800">
                <a:solidFill>
                  <a:schemeClr val="lt1"/>
                </a:solidFill>
                <a:latin typeface="Source Sans Pro"/>
                <a:ea typeface="Source Sans Pro"/>
                <a:cs typeface="Source Sans Pro"/>
                <a:sym typeface="Source Sans Pro"/>
              </a:rPr>
              <a:t>Text goes here</a:t>
            </a:r>
            <a:endParaRPr sz="1800">
              <a:solidFill>
                <a:schemeClr val="lt1"/>
              </a:solidFill>
              <a:latin typeface="Source Sans Pro"/>
              <a:ea typeface="Source Sans Pro"/>
              <a:cs typeface="Source Sans Pro"/>
              <a:sym typeface="Source Sans Pr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8C1515"/>
        </a:solidFill>
        <a:effectLst/>
      </p:bgPr>
    </p:bg>
    <p:spTree>
      <p:nvGrpSpPr>
        <p:cNvPr id="1" name="Shape 590"/>
        <p:cNvGrpSpPr/>
        <p:nvPr/>
      </p:nvGrpSpPr>
      <p:grpSpPr>
        <a:xfrm>
          <a:off x="0" y="0"/>
          <a:ext cx="0" cy="0"/>
          <a:chOff x="0" y="0"/>
          <a:chExt cx="0" cy="0"/>
        </a:xfrm>
      </p:grpSpPr>
      <p:pic>
        <p:nvPicPr>
          <p:cNvPr id="591" name="Google Shape;591;p58"/>
          <p:cNvPicPr preferRelativeResize="0"/>
          <p:nvPr/>
        </p:nvPicPr>
        <p:blipFill rotWithShape="1">
          <a:blip r:embed="rId3">
            <a:alphaModFix/>
          </a:blip>
          <a:srcRect l="12624" t="589" r="38177" b="26619"/>
          <a:stretch/>
        </p:blipFill>
        <p:spPr>
          <a:xfrm>
            <a:off x="3927925" y="0"/>
            <a:ext cx="5216077" cy="5143501"/>
          </a:xfrm>
          <a:prstGeom prst="rect">
            <a:avLst/>
          </a:prstGeom>
          <a:noFill/>
          <a:ln>
            <a:noFill/>
          </a:ln>
        </p:spPr>
      </p:pic>
      <p:sp>
        <p:nvSpPr>
          <p:cNvPr id="592" name="Google Shape;592;p58"/>
          <p:cNvSpPr txBox="1"/>
          <p:nvPr/>
        </p:nvSpPr>
        <p:spPr>
          <a:xfrm>
            <a:off x="379400" y="1993050"/>
            <a:ext cx="3150600" cy="1467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800">
                <a:solidFill>
                  <a:srgbClr val="FFFFFF"/>
                </a:solidFill>
                <a:latin typeface="Roboto Black"/>
                <a:ea typeface="Roboto Black"/>
                <a:cs typeface="Roboto Black"/>
                <a:sym typeface="Roboto Black"/>
              </a:rPr>
              <a:t>Thank you</a:t>
            </a:r>
            <a:r>
              <a:rPr lang="en" sz="3800">
                <a:solidFill>
                  <a:srgbClr val="FFFFFF"/>
                </a:solidFill>
                <a:latin typeface="Roboto Black"/>
                <a:ea typeface="Roboto Black"/>
                <a:cs typeface="Roboto Black"/>
                <a:sym typeface="Roboto Black"/>
              </a:rPr>
              <a:t> </a:t>
            </a:r>
            <a:endParaRPr sz="3800">
              <a:solidFill>
                <a:srgbClr val="FFFFFF"/>
              </a:solidFill>
              <a:latin typeface="Roboto Black"/>
              <a:ea typeface="Roboto Black"/>
              <a:cs typeface="Roboto Black"/>
              <a:sym typeface="Roboto Black"/>
            </a:endParaRPr>
          </a:p>
          <a:p>
            <a:pPr marL="0" lvl="0" indent="0" algn="l" rtl="0">
              <a:spcBef>
                <a:spcPts val="1000"/>
              </a:spcBef>
              <a:spcAft>
                <a:spcPts val="1000"/>
              </a:spcAft>
              <a:buNone/>
            </a:pPr>
            <a:r>
              <a:rPr lang="en" sz="2700" i="1">
                <a:solidFill>
                  <a:srgbClr val="FFFFFF"/>
                </a:solidFill>
                <a:latin typeface="Georgia"/>
                <a:ea typeface="Georgia"/>
                <a:cs typeface="Georgia"/>
                <a:sym typeface="Georgia"/>
              </a:rPr>
              <a:t>Any questions?</a:t>
            </a:r>
            <a:endParaRPr sz="2700" i="1">
              <a:solidFill>
                <a:srgbClr val="FFFFFF"/>
              </a:solidFill>
              <a:latin typeface="Georgia"/>
              <a:ea typeface="Georgia"/>
              <a:cs typeface="Georgia"/>
              <a:sym typeface="Georgia"/>
            </a:endParaRPr>
          </a:p>
        </p:txBody>
      </p:sp>
      <p:sp>
        <p:nvSpPr>
          <p:cNvPr id="593" name="Google Shape;593;p58"/>
          <p:cNvSpPr/>
          <p:nvPr/>
        </p:nvSpPr>
        <p:spPr>
          <a:xfrm>
            <a:off x="10575" y="842425"/>
            <a:ext cx="3917400" cy="38700"/>
          </a:xfrm>
          <a:prstGeom prst="rect">
            <a:avLst/>
          </a:prstGeom>
          <a:gradFill>
            <a:gsLst>
              <a:gs pos="0">
                <a:srgbClr val="007C92"/>
              </a:gs>
              <a:gs pos="37000">
                <a:srgbClr val="620059"/>
              </a:gs>
              <a:gs pos="71000">
                <a:srgbClr val="A72A1E"/>
              </a:gs>
              <a:gs pos="100000">
                <a:srgbClr val="D1660F"/>
              </a:gs>
            </a:gsLst>
            <a:lin ang="2700006"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594" name="Google Shape;594;p58" title="University-IT_wordmark_horizontal_white.png"/>
          <p:cNvPicPr preferRelativeResize="0"/>
          <p:nvPr/>
        </p:nvPicPr>
        <p:blipFill>
          <a:blip r:embed="rId4">
            <a:alphaModFix/>
          </a:blip>
          <a:stretch>
            <a:fillRect/>
          </a:stretch>
        </p:blipFill>
        <p:spPr>
          <a:xfrm>
            <a:off x="515775" y="108600"/>
            <a:ext cx="2906999" cy="651800"/>
          </a:xfrm>
          <a:prstGeom prst="rect">
            <a:avLst/>
          </a:prstGeom>
          <a:noFill/>
          <a:ln>
            <a:noFill/>
          </a:ln>
        </p:spPr>
      </p:pic>
    </p:spTree>
  </p:cSld>
  <p:clrMapOvr>
    <a:masterClrMapping/>
  </p:clrMapOvr>
</p:sld>
</file>

<file path=ppt/theme/theme1.xml><?xml version="1.0" encoding="utf-8"?>
<a:theme xmlns:a="http://schemas.openxmlformats.org/drawingml/2006/main" name="Stanford University">
  <a:themeElements>
    <a:clrScheme name="Stanford University">
      <a:dk1>
        <a:srgbClr val="8C1515"/>
      </a:dk1>
      <a:lt1>
        <a:srgbClr val="FFFFFF"/>
      </a:lt1>
      <a:dk2>
        <a:srgbClr val="2E2C28"/>
      </a:dk2>
      <a:lt2>
        <a:srgbClr val="E7E6E6"/>
      </a:lt2>
      <a:accent1>
        <a:srgbClr val="4198B5"/>
      </a:accent1>
      <a:accent2>
        <a:srgbClr val="FEC51D"/>
      </a:accent2>
      <a:accent3>
        <a:srgbClr val="610059"/>
      </a:accent3>
      <a:accent4>
        <a:srgbClr val="279989"/>
      </a:accent4>
      <a:accent5>
        <a:srgbClr val="E98300"/>
      </a:accent5>
      <a:accent6>
        <a:srgbClr val="175E54"/>
      </a:accent6>
      <a:hlink>
        <a:srgbClr val="007C92"/>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606</Words>
  <Application>Microsoft Macintosh PowerPoint</Application>
  <PresentationFormat>On-screen Show (16:9)</PresentationFormat>
  <Paragraphs>124</Paragraphs>
  <Slides>16</Slides>
  <Notes>16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16</vt:i4>
      </vt:variant>
    </vt:vector>
  </HeadingPairs>
  <TitlesOfParts>
    <vt:vector size="26" baseType="lpstr">
      <vt:lpstr>Comfortaa</vt:lpstr>
      <vt:lpstr>Arial</vt:lpstr>
      <vt:lpstr>Barlow Semi Condensed</vt:lpstr>
      <vt:lpstr>Source Sans Pro</vt:lpstr>
      <vt:lpstr>Georgia</vt:lpstr>
      <vt:lpstr>Roboto Black</vt:lpstr>
      <vt:lpstr>Noto Sans Symbols</vt:lpstr>
      <vt:lpstr>Calibri</vt:lpstr>
      <vt:lpstr>Stanford University</vt:lpstr>
      <vt:lpstr>Simple Light</vt:lpstr>
      <vt:lpstr>PowerPoint Presentation</vt:lpstr>
      <vt:lpstr>PowerPoint Presentation</vt:lpstr>
      <vt:lpstr>Icons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Alexandra Villanueva</cp:lastModifiedBy>
  <cp:revision>3</cp:revision>
  <dcterms:modified xsi:type="dcterms:W3CDTF">2025-06-17T17:20:28Z</dcterms:modified>
</cp:coreProperties>
</file>