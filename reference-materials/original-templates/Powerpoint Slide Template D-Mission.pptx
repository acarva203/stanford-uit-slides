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18"/>
  </p:notesMasterIdLst>
  <p:sldIdLst>
    <p:sldId id="262" r:id="rId2"/>
    <p:sldId id="257" r:id="rId3"/>
    <p:sldId id="261" r:id="rId4"/>
    <p:sldId id="260" r:id="rId5"/>
    <p:sldId id="258" r:id="rId6"/>
    <p:sldId id="264" r:id="rId7"/>
    <p:sldId id="263" r:id="rId8"/>
    <p:sldId id="265" r:id="rId9"/>
    <p:sldId id="266" r:id="rId10"/>
    <p:sldId id="267" r:id="rId11"/>
    <p:sldId id="268" r:id="rId12"/>
    <p:sldId id="269" r:id="rId13"/>
    <p:sldId id="270" r:id="rId14"/>
    <p:sldId id="271" r:id="rId15"/>
    <p:sldId id="272" r:id="rId16"/>
    <p:sldId id="259" r:id="rId17"/>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565A"/>
    <a:srgbClr val="4298B5"/>
    <a:srgbClr val="FEC51D"/>
    <a:srgbClr val="007C92"/>
    <a:srgbClr val="204C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45"/>
    <p:restoredTop sz="96327"/>
  </p:normalViewPr>
  <p:slideViewPr>
    <p:cSldViewPr snapToGrid="0">
      <p:cViewPr varScale="1">
        <p:scale>
          <a:sx n="153" d="100"/>
          <a:sy n="153" d="100"/>
        </p:scale>
        <p:origin x="696" y="16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dirty="0">
                <a:solidFill>
                  <a:sysClr val="windowText" lastClr="000000"/>
                </a:solidFill>
              </a:rPr>
              <a:t>Chart Title</a:t>
            </a: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Dept. 1</c:v>
                </c:pt>
              </c:strCache>
            </c:strRef>
          </c:tx>
          <c:spPr>
            <a:solidFill>
              <a:schemeClr val="accent1"/>
            </a:solidFill>
            <a:ln>
              <a:noFill/>
            </a:ln>
            <a:effectLst/>
          </c:spPr>
          <c:invertIfNegative val="0"/>
          <c:cat>
            <c:strRef>
              <c:f>Sheet1!$A$2</c:f>
              <c:strCache>
                <c:ptCount val="1"/>
                <c:pt idx="0">
                  <c:v>Category 1</c:v>
                </c:pt>
              </c:strCache>
            </c:strRef>
          </c:cat>
          <c:val>
            <c:numRef>
              <c:f>Sheet1!$B$2</c:f>
              <c:numCache>
                <c:formatCode>General</c:formatCode>
                <c:ptCount val="1"/>
                <c:pt idx="0">
                  <c:v>1.25</c:v>
                </c:pt>
              </c:numCache>
            </c:numRef>
          </c:val>
          <c:extLst>
            <c:ext xmlns:c16="http://schemas.microsoft.com/office/drawing/2014/chart" uri="{C3380CC4-5D6E-409C-BE32-E72D297353CC}">
              <c16:uniqueId val="{00000000-4CC6-1D4E-8F36-E95EC75338DD}"/>
            </c:ext>
          </c:extLst>
        </c:ser>
        <c:ser>
          <c:idx val="1"/>
          <c:order val="1"/>
          <c:tx>
            <c:strRef>
              <c:f>Sheet1!$C$1</c:f>
              <c:strCache>
                <c:ptCount val="1"/>
                <c:pt idx="0">
                  <c:v>Dept. 2</c:v>
                </c:pt>
              </c:strCache>
            </c:strRef>
          </c:tx>
          <c:spPr>
            <a:solidFill>
              <a:schemeClr val="accent2"/>
            </a:solidFill>
            <a:ln>
              <a:noFill/>
            </a:ln>
            <a:effectLst/>
          </c:spPr>
          <c:invertIfNegative val="0"/>
          <c:cat>
            <c:strRef>
              <c:f>Sheet1!$A$2</c:f>
              <c:strCache>
                <c:ptCount val="1"/>
                <c:pt idx="0">
                  <c:v>Category 1</c:v>
                </c:pt>
              </c:strCache>
            </c:strRef>
          </c:cat>
          <c:val>
            <c:numRef>
              <c:f>Sheet1!$C$2</c:f>
              <c:numCache>
                <c:formatCode>General</c:formatCode>
                <c:ptCount val="1"/>
                <c:pt idx="0">
                  <c:v>2.4</c:v>
                </c:pt>
              </c:numCache>
            </c:numRef>
          </c:val>
          <c:extLst>
            <c:ext xmlns:c16="http://schemas.microsoft.com/office/drawing/2014/chart" uri="{C3380CC4-5D6E-409C-BE32-E72D297353CC}">
              <c16:uniqueId val="{00000001-4CC6-1D4E-8F36-E95EC75338DD}"/>
            </c:ext>
          </c:extLst>
        </c:ser>
        <c:ser>
          <c:idx val="2"/>
          <c:order val="2"/>
          <c:tx>
            <c:strRef>
              <c:f>Sheet1!$D$1</c:f>
              <c:strCache>
                <c:ptCount val="1"/>
                <c:pt idx="0">
                  <c:v>Dept. 3</c:v>
                </c:pt>
              </c:strCache>
            </c:strRef>
          </c:tx>
          <c:spPr>
            <a:solidFill>
              <a:schemeClr val="accent3"/>
            </a:solidFill>
            <a:ln>
              <a:noFill/>
            </a:ln>
            <a:effectLst/>
          </c:spPr>
          <c:invertIfNegative val="0"/>
          <c:cat>
            <c:strRef>
              <c:f>Sheet1!$A$2</c:f>
              <c:strCache>
                <c:ptCount val="1"/>
                <c:pt idx="0">
                  <c:v>Category 1</c:v>
                </c:pt>
              </c:strCache>
            </c:strRef>
          </c:cat>
          <c:val>
            <c:numRef>
              <c:f>Sheet1!$D$2</c:f>
              <c:numCache>
                <c:formatCode>General</c:formatCode>
                <c:ptCount val="1"/>
                <c:pt idx="0">
                  <c:v>5.5</c:v>
                </c:pt>
              </c:numCache>
            </c:numRef>
          </c:val>
          <c:extLst>
            <c:ext xmlns:c16="http://schemas.microsoft.com/office/drawing/2014/chart" uri="{C3380CC4-5D6E-409C-BE32-E72D297353CC}">
              <c16:uniqueId val="{00000002-4CC6-1D4E-8F36-E95EC75338DD}"/>
            </c:ext>
          </c:extLst>
        </c:ser>
        <c:ser>
          <c:idx val="3"/>
          <c:order val="3"/>
          <c:tx>
            <c:strRef>
              <c:f>Sheet1!$E$1</c:f>
              <c:strCache>
                <c:ptCount val="1"/>
                <c:pt idx="0">
                  <c:v>Dept. 4</c:v>
                </c:pt>
              </c:strCache>
            </c:strRef>
          </c:tx>
          <c:spPr>
            <a:solidFill>
              <a:schemeClr val="accent4"/>
            </a:solidFill>
            <a:ln>
              <a:noFill/>
            </a:ln>
            <a:effectLst/>
          </c:spPr>
          <c:invertIfNegative val="0"/>
          <c:cat>
            <c:strRef>
              <c:f>Sheet1!$A$2</c:f>
              <c:strCache>
                <c:ptCount val="1"/>
                <c:pt idx="0">
                  <c:v>Category 1</c:v>
                </c:pt>
              </c:strCache>
            </c:strRef>
          </c:cat>
          <c:val>
            <c:numRef>
              <c:f>Sheet1!$E$2</c:f>
              <c:numCache>
                <c:formatCode>General</c:formatCode>
                <c:ptCount val="1"/>
                <c:pt idx="0">
                  <c:v>3</c:v>
                </c:pt>
              </c:numCache>
            </c:numRef>
          </c:val>
          <c:extLst>
            <c:ext xmlns:c16="http://schemas.microsoft.com/office/drawing/2014/chart" uri="{C3380CC4-5D6E-409C-BE32-E72D297353CC}">
              <c16:uniqueId val="{00000003-4CC6-1D4E-8F36-E95EC75338DD}"/>
            </c:ext>
          </c:extLst>
        </c:ser>
        <c:ser>
          <c:idx val="4"/>
          <c:order val="4"/>
          <c:tx>
            <c:strRef>
              <c:f>Sheet1!$F$1</c:f>
              <c:strCache>
                <c:ptCount val="1"/>
                <c:pt idx="0">
                  <c:v>Dept. 5</c:v>
                </c:pt>
              </c:strCache>
            </c:strRef>
          </c:tx>
          <c:spPr>
            <a:solidFill>
              <a:schemeClr val="accent5"/>
            </a:solidFill>
            <a:ln>
              <a:noFill/>
            </a:ln>
            <a:effectLst/>
          </c:spPr>
          <c:invertIfNegative val="0"/>
          <c:cat>
            <c:strRef>
              <c:f>Sheet1!$A$2</c:f>
              <c:strCache>
                <c:ptCount val="1"/>
                <c:pt idx="0">
                  <c:v>Category 1</c:v>
                </c:pt>
              </c:strCache>
            </c:strRef>
          </c:cat>
          <c:val>
            <c:numRef>
              <c:f>Sheet1!$F$2</c:f>
              <c:numCache>
                <c:formatCode>General</c:formatCode>
                <c:ptCount val="1"/>
                <c:pt idx="0">
                  <c:v>4.3</c:v>
                </c:pt>
              </c:numCache>
            </c:numRef>
          </c:val>
          <c:extLst>
            <c:ext xmlns:c16="http://schemas.microsoft.com/office/drawing/2014/chart" uri="{C3380CC4-5D6E-409C-BE32-E72D297353CC}">
              <c16:uniqueId val="{00000004-4CC6-1D4E-8F36-E95EC75338DD}"/>
            </c:ext>
          </c:extLst>
        </c:ser>
        <c:dLbls>
          <c:showLegendKey val="0"/>
          <c:showVal val="0"/>
          <c:showCatName val="0"/>
          <c:showSerName val="0"/>
          <c:showPercent val="0"/>
          <c:showBubbleSize val="0"/>
        </c:dLbls>
        <c:gapWidth val="75"/>
        <c:overlap val="-25"/>
        <c:axId val="1160127584"/>
        <c:axId val="1111141424"/>
      </c:barChart>
      <c:catAx>
        <c:axId val="1160127584"/>
        <c:scaling>
          <c:orientation val="minMax"/>
        </c:scaling>
        <c:delete val="1"/>
        <c:axPos val="b"/>
        <c:numFmt formatCode="General" sourceLinked="1"/>
        <c:majorTickMark val="none"/>
        <c:minorTickMark val="none"/>
        <c:tickLblPos val="nextTo"/>
        <c:crossAx val="1111141424"/>
        <c:crosses val="autoZero"/>
        <c:auto val="1"/>
        <c:lblAlgn val="ctr"/>
        <c:lblOffset val="100"/>
        <c:noMultiLvlLbl val="0"/>
      </c:catAx>
      <c:valAx>
        <c:axId val="1111141424"/>
        <c:scaling>
          <c:orientation val="minMax"/>
        </c:scaling>
        <c:delete val="0"/>
        <c:axPos val="l"/>
        <c:majorGridlines>
          <c:spPr>
            <a:ln w="3175" cap="flat" cmpd="sng" algn="ctr">
              <a:solidFill>
                <a:schemeClr val="bg1">
                  <a:lumMod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mn-lt"/>
                <a:ea typeface="+mn-ea"/>
                <a:cs typeface="+mn-cs"/>
              </a:defRPr>
            </a:pPr>
            <a:endParaRPr lang="en-US"/>
          </a:p>
        </c:txPr>
        <c:crossAx val="1160127584"/>
        <c:crosses val="autoZero"/>
        <c:crossBetween val="between"/>
      </c:valAx>
      <c:spPr>
        <a:noFill/>
        <a:ln w="3175">
          <a:solidFill>
            <a:schemeClr val="bg1">
              <a:lumMod val="50000"/>
            </a:schemeClr>
          </a:solid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2"/>
                </a:solidFill>
                <a:latin typeface="+mn-lt"/>
                <a:ea typeface="+mn-ea"/>
                <a:cs typeface="+mn-cs"/>
              </a:defRPr>
            </a:pPr>
            <a:r>
              <a:rPr lang="en-US" sz="1600" dirty="0">
                <a:solidFill>
                  <a:schemeClr val="tx2"/>
                </a:solidFill>
              </a:rPr>
              <a:t>Chart Title</a:t>
            </a: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2"/>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C5A-8743-A0CC-DD94FC7F5E5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C5A-8743-A0CC-DD94FC7F5E5E}"/>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C5A-8743-A0CC-DD94FC7F5E5E}"/>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BC5A-8743-A0CC-DD94FC7F5E5E}"/>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1690-BA45-8DB7-17D73326A9D8}"/>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ABBF15-429A-2A49-8998-1106595ABA0B}" type="doc">
      <dgm:prSet loTypeId="urn:microsoft.com/office/officeart/2005/8/layout/orgChart1" loCatId="" qsTypeId="urn:microsoft.com/office/officeart/2005/8/quickstyle/simple1" qsCatId="simple" csTypeId="urn:microsoft.com/office/officeart/2005/8/colors/accent0_2" csCatId="mainScheme" phldr="1"/>
      <dgm:spPr/>
      <dgm:t>
        <a:bodyPr/>
        <a:lstStyle/>
        <a:p>
          <a:endParaRPr lang="en-US"/>
        </a:p>
      </dgm:t>
    </dgm:pt>
    <dgm:pt modelId="{1277EEAC-D279-D441-9DF0-BFA156692900}">
      <dgm:prSet phldrT="[Text]" custT="1"/>
      <dgm:spPr>
        <a:ln w="3175">
          <a:solidFill>
            <a:srgbClr val="53565A"/>
          </a:solidFill>
        </a:ln>
      </dgm:spPr>
      <dgm:t>
        <a:bodyPr/>
        <a:lstStyle/>
        <a:p>
          <a:pPr>
            <a:spcAft>
              <a:spcPts val="300"/>
            </a:spcAft>
          </a:pPr>
          <a:r>
            <a:rPr lang="en-US" sz="1000" b="1" i="0" dirty="0">
              <a:latin typeface="Calibri" panose="020F0502020204030204" pitchFamily="34" charset="0"/>
              <a:cs typeface="Calibri" panose="020F0502020204030204" pitchFamily="34" charset="0"/>
            </a:rPr>
            <a:t>First Last Name</a:t>
          </a:r>
        </a:p>
        <a:p>
          <a:pPr>
            <a:spcAft>
              <a:spcPts val="300"/>
            </a:spcAft>
          </a:pPr>
          <a:r>
            <a:rPr lang="en-US" sz="1000" dirty="0"/>
            <a:t>Title lorem Ipsum lorem ipsum</a:t>
          </a:r>
        </a:p>
      </dgm:t>
    </dgm:pt>
    <dgm:pt modelId="{081B8E0E-B6E3-534B-A977-05D9731A3749}" type="parTrans" cxnId="{5545DEE8-5CD9-D147-A913-F9960B0E8E7C}">
      <dgm:prSet/>
      <dgm:spPr/>
      <dgm:t>
        <a:bodyPr/>
        <a:lstStyle/>
        <a:p>
          <a:endParaRPr lang="en-US" sz="1000"/>
        </a:p>
      </dgm:t>
    </dgm:pt>
    <dgm:pt modelId="{EB4F789B-3952-AB43-B10F-BC80A2557CCB}" type="sibTrans" cxnId="{5545DEE8-5CD9-D147-A913-F9960B0E8E7C}">
      <dgm:prSet/>
      <dgm:spPr/>
      <dgm:t>
        <a:bodyPr/>
        <a:lstStyle/>
        <a:p>
          <a:endParaRPr lang="en-US" sz="1000"/>
        </a:p>
      </dgm:t>
    </dgm:pt>
    <dgm:pt modelId="{2D23B1F1-06D3-DD4B-8267-BAE8F8DFDBEC}">
      <dgm:prSet phldrT="[Text]" custT="1"/>
      <dgm:spPr>
        <a:ln w="3175">
          <a:solidFill>
            <a:srgbClr val="53565A"/>
          </a:solidFill>
        </a:ln>
      </dgm:spPr>
      <dgm:t>
        <a:bodyPr/>
        <a:lstStyle/>
        <a:p>
          <a:r>
            <a:rPr lang="en-US" sz="1000" b="1" i="0" dirty="0">
              <a:latin typeface="+mn-lt"/>
              <a:cs typeface="Calibri" panose="020F0502020204030204" pitchFamily="34" charset="0"/>
            </a:rPr>
            <a:t>First Last Name</a:t>
          </a:r>
        </a:p>
        <a:p>
          <a:r>
            <a:rPr lang="en-US" sz="1000" dirty="0">
              <a:latin typeface="+mn-lt"/>
            </a:rPr>
            <a:t>Title lorem Ipsum lorem</a:t>
          </a:r>
        </a:p>
      </dgm:t>
    </dgm:pt>
    <dgm:pt modelId="{B7F4EB56-5631-8D4A-B92F-232D09BA1FD5}" type="parTrans" cxnId="{761E5B5B-A9F7-264E-B873-BE3191F2F7C3}">
      <dgm:prSet/>
      <dgm:spPr>
        <a:ln w="3175">
          <a:solidFill>
            <a:srgbClr val="53565A"/>
          </a:solidFill>
        </a:ln>
      </dgm:spPr>
      <dgm:t>
        <a:bodyPr/>
        <a:lstStyle/>
        <a:p>
          <a:endParaRPr lang="en-US" sz="1000"/>
        </a:p>
      </dgm:t>
    </dgm:pt>
    <dgm:pt modelId="{CE6D4C86-7033-2F41-9BB1-B243E8648E7F}" type="sibTrans" cxnId="{761E5B5B-A9F7-264E-B873-BE3191F2F7C3}">
      <dgm:prSet/>
      <dgm:spPr/>
      <dgm:t>
        <a:bodyPr/>
        <a:lstStyle/>
        <a:p>
          <a:endParaRPr lang="en-US" sz="1000"/>
        </a:p>
      </dgm:t>
    </dgm:pt>
    <dgm:pt modelId="{35D99A83-F503-0F4B-B701-A04ED57EBED8}">
      <dgm:prSet phldrT="[Text]" custT="1"/>
      <dgm:spPr>
        <a:ln w="3175">
          <a:solidFill>
            <a:srgbClr val="53565A"/>
          </a:solidFill>
        </a:ln>
      </dgm:spPr>
      <dgm:t>
        <a:bodyPr/>
        <a:lstStyle/>
        <a:p>
          <a:r>
            <a:rPr lang="en-US" sz="1000" b="1" i="0" dirty="0">
              <a:latin typeface="+mn-lt"/>
              <a:cs typeface="Calibri" panose="020F0502020204030204" pitchFamily="34" charset="0"/>
            </a:rPr>
            <a:t>First Last Name</a:t>
          </a:r>
        </a:p>
        <a:p>
          <a:r>
            <a:rPr lang="en-US" sz="1000" dirty="0">
              <a:latin typeface="+mn-lt"/>
            </a:rPr>
            <a:t>Title lorem Ipsum lorem</a:t>
          </a:r>
        </a:p>
      </dgm:t>
    </dgm:pt>
    <dgm:pt modelId="{16EDF19F-33A6-7049-9C33-79AD8A6282D6}" type="parTrans" cxnId="{295E106D-018A-3C45-B194-25575C85DF0B}">
      <dgm:prSet/>
      <dgm:spPr>
        <a:ln w="3175">
          <a:solidFill>
            <a:srgbClr val="53565A"/>
          </a:solidFill>
        </a:ln>
      </dgm:spPr>
      <dgm:t>
        <a:bodyPr/>
        <a:lstStyle/>
        <a:p>
          <a:endParaRPr lang="en-US" sz="1000"/>
        </a:p>
      </dgm:t>
    </dgm:pt>
    <dgm:pt modelId="{787C1E8B-8E43-5544-909B-E4460B03DF79}" type="sibTrans" cxnId="{295E106D-018A-3C45-B194-25575C85DF0B}">
      <dgm:prSet/>
      <dgm:spPr/>
      <dgm:t>
        <a:bodyPr/>
        <a:lstStyle/>
        <a:p>
          <a:endParaRPr lang="en-US" sz="1000"/>
        </a:p>
      </dgm:t>
    </dgm:pt>
    <dgm:pt modelId="{9CDD287D-C323-334F-8110-7E8661205AC5}">
      <dgm:prSet custT="1"/>
      <dgm:spPr>
        <a:ln w="3175">
          <a:solidFill>
            <a:srgbClr val="53565A"/>
          </a:solidFill>
        </a:ln>
      </dgm:spPr>
      <dgm:t>
        <a:bodyPr/>
        <a:lstStyle/>
        <a:p>
          <a:r>
            <a:rPr lang="en-US" sz="1000" b="1" i="0" dirty="0">
              <a:latin typeface="+mn-lt"/>
              <a:cs typeface="Calibri" panose="020F0502020204030204" pitchFamily="34" charset="0"/>
            </a:rPr>
            <a:t>First Last Name</a:t>
          </a:r>
        </a:p>
        <a:p>
          <a:r>
            <a:rPr lang="en-US" sz="1000" dirty="0">
              <a:latin typeface="+mn-lt"/>
            </a:rPr>
            <a:t>Title lorem Ipsum lorem</a:t>
          </a:r>
          <a:endParaRPr lang="en-US" sz="1000" b="1" i="0" dirty="0">
            <a:latin typeface="+mn-lt"/>
            <a:cs typeface="Calibri" panose="020F0502020204030204" pitchFamily="34" charset="0"/>
          </a:endParaRPr>
        </a:p>
      </dgm:t>
    </dgm:pt>
    <dgm:pt modelId="{DB006F1E-5CE3-B24F-A21C-0330E91D254B}" type="parTrans" cxnId="{283C259E-E986-4E4E-B1CC-757523C49F7A}">
      <dgm:prSet/>
      <dgm:spPr>
        <a:ln w="3175">
          <a:solidFill>
            <a:srgbClr val="53565A"/>
          </a:solidFill>
        </a:ln>
      </dgm:spPr>
      <dgm:t>
        <a:bodyPr/>
        <a:lstStyle/>
        <a:p>
          <a:endParaRPr lang="en-US"/>
        </a:p>
      </dgm:t>
    </dgm:pt>
    <dgm:pt modelId="{1D1DC17D-3A41-4943-BB33-927BC073CDE9}" type="sibTrans" cxnId="{283C259E-E986-4E4E-B1CC-757523C49F7A}">
      <dgm:prSet/>
      <dgm:spPr/>
      <dgm:t>
        <a:bodyPr/>
        <a:lstStyle/>
        <a:p>
          <a:endParaRPr lang="en-US"/>
        </a:p>
      </dgm:t>
    </dgm:pt>
    <dgm:pt modelId="{F921C316-1639-C94C-8328-BE0D04A3D1D8}">
      <dgm:prSet custT="1"/>
      <dgm:spPr>
        <a:ln w="3175">
          <a:solidFill>
            <a:srgbClr val="53565A"/>
          </a:solidFill>
        </a:ln>
      </dgm:spPr>
      <dgm:t>
        <a:bodyPr/>
        <a:lstStyle/>
        <a:p>
          <a:r>
            <a:rPr lang="en-US" sz="1000" b="1" i="0" dirty="0">
              <a:latin typeface="+mn-lt"/>
              <a:cs typeface="Calibri" panose="020F0502020204030204" pitchFamily="34" charset="0"/>
            </a:rPr>
            <a:t>First Last Name</a:t>
          </a:r>
        </a:p>
        <a:p>
          <a:r>
            <a:rPr lang="en-US" sz="1000" dirty="0">
              <a:latin typeface="+mn-lt"/>
            </a:rPr>
            <a:t>Title lorem Ipsum lorem</a:t>
          </a:r>
        </a:p>
      </dgm:t>
    </dgm:pt>
    <dgm:pt modelId="{EE9A608D-BDDB-F643-82A2-06FB1D3D7419}" type="parTrans" cxnId="{A28B7F56-7608-F144-A588-43F3FB3DF00D}">
      <dgm:prSet/>
      <dgm:spPr>
        <a:ln w="3175">
          <a:solidFill>
            <a:srgbClr val="53565A"/>
          </a:solidFill>
        </a:ln>
      </dgm:spPr>
      <dgm:t>
        <a:bodyPr/>
        <a:lstStyle/>
        <a:p>
          <a:endParaRPr lang="en-US"/>
        </a:p>
      </dgm:t>
    </dgm:pt>
    <dgm:pt modelId="{AC676726-4596-B541-8D7B-A0240B7B9905}" type="sibTrans" cxnId="{A28B7F56-7608-F144-A588-43F3FB3DF00D}">
      <dgm:prSet/>
      <dgm:spPr/>
      <dgm:t>
        <a:bodyPr/>
        <a:lstStyle/>
        <a:p>
          <a:endParaRPr lang="en-US"/>
        </a:p>
      </dgm:t>
    </dgm:pt>
    <dgm:pt modelId="{C62CB696-F1B2-A34F-BE8F-355979319B1A}">
      <dgm:prSet custT="1"/>
      <dgm:spPr>
        <a:ln w="3175">
          <a:solidFill>
            <a:srgbClr val="53565A"/>
          </a:solidFill>
        </a:ln>
      </dgm:spPr>
      <dgm:t>
        <a:bodyPr/>
        <a:lstStyle/>
        <a:p>
          <a:r>
            <a:rPr lang="en-US" sz="1000" b="1" i="0" dirty="0">
              <a:latin typeface="+mn-lt"/>
              <a:cs typeface="Calibri" panose="020F0502020204030204" pitchFamily="34" charset="0"/>
            </a:rPr>
            <a:t>First Last Name</a:t>
          </a:r>
        </a:p>
        <a:p>
          <a:r>
            <a:rPr lang="en-US" sz="1000" dirty="0">
              <a:latin typeface="+mn-lt"/>
            </a:rPr>
            <a:t>Title lorem Ipsum lorem</a:t>
          </a:r>
          <a:endParaRPr lang="en-US" sz="1000" b="1" i="0" dirty="0">
            <a:latin typeface="+mn-lt"/>
            <a:cs typeface="Calibri" panose="020F0502020204030204" pitchFamily="34" charset="0"/>
          </a:endParaRPr>
        </a:p>
      </dgm:t>
    </dgm:pt>
    <dgm:pt modelId="{9A1C15A5-114B-DF47-8AB0-2A1E4FDA596A}" type="parTrans" cxnId="{B3780B40-BCD1-E542-BCC3-A43DBEC33518}">
      <dgm:prSet/>
      <dgm:spPr>
        <a:ln w="3175">
          <a:solidFill>
            <a:srgbClr val="53565A"/>
          </a:solidFill>
        </a:ln>
      </dgm:spPr>
      <dgm:t>
        <a:bodyPr/>
        <a:lstStyle/>
        <a:p>
          <a:endParaRPr lang="en-US"/>
        </a:p>
      </dgm:t>
    </dgm:pt>
    <dgm:pt modelId="{6868D52E-10B7-294D-AD1A-C6423248E360}" type="sibTrans" cxnId="{B3780B40-BCD1-E542-BCC3-A43DBEC33518}">
      <dgm:prSet/>
      <dgm:spPr/>
      <dgm:t>
        <a:bodyPr/>
        <a:lstStyle/>
        <a:p>
          <a:endParaRPr lang="en-US"/>
        </a:p>
      </dgm:t>
    </dgm:pt>
    <dgm:pt modelId="{6E0B4C7C-FF80-3E41-824C-75EA9501AC77}">
      <dgm:prSet phldrT="[Text]" custT="1"/>
      <dgm:spPr>
        <a:ln w="3175">
          <a:solidFill>
            <a:srgbClr val="53565A"/>
          </a:solidFill>
        </a:ln>
      </dgm:spPr>
      <dgm:t>
        <a:bodyPr/>
        <a:lstStyle/>
        <a:p>
          <a:pPr>
            <a:spcAft>
              <a:spcPts val="300"/>
            </a:spcAft>
          </a:pPr>
          <a:r>
            <a:rPr lang="en-US" sz="1000" b="1" i="0" dirty="0">
              <a:latin typeface="+mn-lt"/>
              <a:cs typeface="Calibri" panose="020F0502020204030204" pitchFamily="34" charset="0"/>
            </a:rPr>
            <a:t>First Last Name</a:t>
          </a:r>
        </a:p>
        <a:p>
          <a:pPr>
            <a:spcAft>
              <a:spcPts val="300"/>
            </a:spcAft>
          </a:pPr>
          <a:r>
            <a:rPr lang="en-US" sz="1000" dirty="0">
              <a:latin typeface="+mn-lt"/>
            </a:rPr>
            <a:t>Title</a:t>
          </a:r>
          <a:endParaRPr lang="en-US" sz="1000" dirty="0"/>
        </a:p>
      </dgm:t>
    </dgm:pt>
    <dgm:pt modelId="{2965BD6D-BCC2-6343-A209-73A3322D8BBC}" type="parTrans" cxnId="{8D96E3E1-075D-2744-AEED-F60D5A797DF8}">
      <dgm:prSet/>
      <dgm:spPr>
        <a:ln w="3175">
          <a:solidFill>
            <a:srgbClr val="53565A"/>
          </a:solidFill>
        </a:ln>
      </dgm:spPr>
      <dgm:t>
        <a:bodyPr/>
        <a:lstStyle/>
        <a:p>
          <a:endParaRPr lang="en-US"/>
        </a:p>
      </dgm:t>
    </dgm:pt>
    <dgm:pt modelId="{9722BE5C-3006-404B-8E15-CAFBB4971FD9}" type="sibTrans" cxnId="{8D96E3E1-075D-2744-AEED-F60D5A797DF8}">
      <dgm:prSet/>
      <dgm:spPr/>
      <dgm:t>
        <a:bodyPr/>
        <a:lstStyle/>
        <a:p>
          <a:endParaRPr lang="en-US"/>
        </a:p>
      </dgm:t>
    </dgm:pt>
    <dgm:pt modelId="{69876FEA-3CAE-244F-A29E-61AA270079B0}">
      <dgm:prSet phldrT="[Text]" custT="1"/>
      <dgm:spPr>
        <a:ln w="3175">
          <a:solidFill>
            <a:srgbClr val="53565A"/>
          </a:solidFill>
        </a:ln>
      </dgm:spPr>
      <dgm:t>
        <a:bodyPr/>
        <a:lstStyle/>
        <a:p>
          <a:pPr>
            <a:spcAft>
              <a:spcPts val="300"/>
            </a:spcAft>
          </a:pPr>
          <a:r>
            <a:rPr lang="en-US" sz="1000" b="1" i="0" dirty="0">
              <a:latin typeface="+mn-lt"/>
              <a:cs typeface="Calibri" panose="020F0502020204030204" pitchFamily="34" charset="0"/>
            </a:rPr>
            <a:t>First Last Name</a:t>
          </a:r>
        </a:p>
        <a:p>
          <a:pPr>
            <a:spcAft>
              <a:spcPts val="300"/>
            </a:spcAft>
          </a:pPr>
          <a:r>
            <a:rPr lang="en-US" sz="1000" dirty="0">
              <a:latin typeface="+mn-lt"/>
            </a:rPr>
            <a:t>Title</a:t>
          </a:r>
          <a:endParaRPr lang="en-US" sz="1000" dirty="0"/>
        </a:p>
      </dgm:t>
    </dgm:pt>
    <dgm:pt modelId="{C72C862D-A488-7E4A-9984-FDD7908D6654}" type="parTrans" cxnId="{275CBA54-EEC6-AD42-A569-2612BEC99ED1}">
      <dgm:prSet/>
      <dgm:spPr>
        <a:ln w="3175">
          <a:solidFill>
            <a:srgbClr val="53565A"/>
          </a:solidFill>
        </a:ln>
      </dgm:spPr>
      <dgm:t>
        <a:bodyPr/>
        <a:lstStyle/>
        <a:p>
          <a:endParaRPr lang="en-US"/>
        </a:p>
      </dgm:t>
    </dgm:pt>
    <dgm:pt modelId="{2379972D-A104-BC4E-8BA5-723B3CD92B7C}" type="sibTrans" cxnId="{275CBA54-EEC6-AD42-A569-2612BEC99ED1}">
      <dgm:prSet/>
      <dgm:spPr/>
      <dgm:t>
        <a:bodyPr/>
        <a:lstStyle/>
        <a:p>
          <a:endParaRPr lang="en-US"/>
        </a:p>
      </dgm:t>
    </dgm:pt>
    <dgm:pt modelId="{C4BA74AB-8280-1248-91C3-6BEE37BD1872}">
      <dgm:prSet phldrT="[Text]" custT="1"/>
      <dgm:spPr>
        <a:ln w="3175">
          <a:solidFill>
            <a:srgbClr val="53565A"/>
          </a:solidFill>
        </a:ln>
      </dgm:spPr>
      <dgm:t>
        <a:bodyPr/>
        <a:lstStyle/>
        <a:p>
          <a:pPr>
            <a:spcAft>
              <a:spcPts val="300"/>
            </a:spcAft>
          </a:pPr>
          <a:r>
            <a:rPr lang="en-US" sz="1000" b="1" i="0" dirty="0">
              <a:latin typeface="+mn-lt"/>
              <a:cs typeface="Calibri" panose="020F0502020204030204" pitchFamily="34" charset="0"/>
            </a:rPr>
            <a:t>First Last Name</a:t>
          </a:r>
        </a:p>
        <a:p>
          <a:pPr>
            <a:spcAft>
              <a:spcPts val="300"/>
            </a:spcAft>
          </a:pPr>
          <a:r>
            <a:rPr lang="en-US" sz="1000" dirty="0">
              <a:latin typeface="+mn-lt"/>
            </a:rPr>
            <a:t>Title</a:t>
          </a:r>
          <a:endParaRPr lang="en-US" sz="1000" dirty="0"/>
        </a:p>
      </dgm:t>
    </dgm:pt>
    <dgm:pt modelId="{14298AA7-A918-2B49-AD68-FAB9C739E4C0}" type="parTrans" cxnId="{2B39CAE1-FB2E-5F4F-A68E-D484D7179870}">
      <dgm:prSet/>
      <dgm:spPr>
        <a:ln w="3175">
          <a:solidFill>
            <a:srgbClr val="53565A"/>
          </a:solidFill>
        </a:ln>
      </dgm:spPr>
      <dgm:t>
        <a:bodyPr/>
        <a:lstStyle/>
        <a:p>
          <a:endParaRPr lang="en-US"/>
        </a:p>
      </dgm:t>
    </dgm:pt>
    <dgm:pt modelId="{5174A24D-0F65-3E42-BCAD-DA69D58B466F}" type="sibTrans" cxnId="{2B39CAE1-FB2E-5F4F-A68E-D484D7179870}">
      <dgm:prSet/>
      <dgm:spPr/>
      <dgm:t>
        <a:bodyPr/>
        <a:lstStyle/>
        <a:p>
          <a:endParaRPr lang="en-US"/>
        </a:p>
      </dgm:t>
    </dgm:pt>
    <dgm:pt modelId="{A71AF815-1E69-874E-B8B3-CCA78F84C2E1}">
      <dgm:prSet custT="1"/>
      <dgm:spPr>
        <a:ln w="3175">
          <a:solidFill>
            <a:srgbClr val="53565A"/>
          </a:solidFill>
        </a:ln>
      </dgm:spPr>
      <dgm:t>
        <a:bodyPr/>
        <a:lstStyle/>
        <a:p>
          <a:pPr>
            <a:spcAft>
              <a:spcPts val="300"/>
            </a:spcAft>
          </a:pPr>
          <a:r>
            <a:rPr lang="en-US" sz="1000" b="1" i="0" dirty="0">
              <a:latin typeface="+mn-lt"/>
              <a:cs typeface="Calibri" panose="020F0502020204030204" pitchFamily="34" charset="0"/>
            </a:rPr>
            <a:t>First Last Name</a:t>
          </a:r>
        </a:p>
        <a:p>
          <a:pPr>
            <a:spcAft>
              <a:spcPts val="300"/>
            </a:spcAft>
          </a:pPr>
          <a:r>
            <a:rPr lang="en-US" sz="1000" dirty="0">
              <a:latin typeface="+mn-lt"/>
            </a:rPr>
            <a:t>Title</a:t>
          </a:r>
          <a:endParaRPr lang="en-US" sz="1000" dirty="0"/>
        </a:p>
      </dgm:t>
    </dgm:pt>
    <dgm:pt modelId="{BEC70156-5B16-3848-9459-1824E72069C2}" type="parTrans" cxnId="{EA9B72D5-B4A5-2448-A7AB-2768636AEEA7}">
      <dgm:prSet/>
      <dgm:spPr>
        <a:ln w="3175">
          <a:solidFill>
            <a:srgbClr val="53565A"/>
          </a:solidFill>
        </a:ln>
      </dgm:spPr>
      <dgm:t>
        <a:bodyPr/>
        <a:lstStyle/>
        <a:p>
          <a:endParaRPr lang="en-US"/>
        </a:p>
      </dgm:t>
    </dgm:pt>
    <dgm:pt modelId="{DB9310E3-FEBC-B94C-82B2-2989EC7E3095}" type="sibTrans" cxnId="{EA9B72D5-B4A5-2448-A7AB-2768636AEEA7}">
      <dgm:prSet/>
      <dgm:spPr/>
      <dgm:t>
        <a:bodyPr/>
        <a:lstStyle/>
        <a:p>
          <a:endParaRPr lang="en-US"/>
        </a:p>
      </dgm:t>
    </dgm:pt>
    <dgm:pt modelId="{0A5941A5-FA47-2C40-B238-16F55F684ABB}">
      <dgm:prSet custT="1"/>
      <dgm:spPr>
        <a:ln w="3175">
          <a:solidFill>
            <a:srgbClr val="53565A"/>
          </a:solidFill>
        </a:ln>
      </dgm:spPr>
      <dgm:t>
        <a:bodyPr/>
        <a:lstStyle/>
        <a:p>
          <a:pPr>
            <a:spcAft>
              <a:spcPts val="300"/>
            </a:spcAft>
          </a:pPr>
          <a:r>
            <a:rPr lang="en-US" sz="1000" b="1" i="0" dirty="0">
              <a:latin typeface="+mn-lt"/>
              <a:cs typeface="Calibri" panose="020F0502020204030204" pitchFamily="34" charset="0"/>
            </a:rPr>
            <a:t>First Last Name</a:t>
          </a:r>
        </a:p>
        <a:p>
          <a:pPr>
            <a:spcAft>
              <a:spcPts val="300"/>
            </a:spcAft>
          </a:pPr>
          <a:r>
            <a:rPr lang="en-US" sz="1000" dirty="0">
              <a:latin typeface="+mn-lt"/>
            </a:rPr>
            <a:t>Title</a:t>
          </a:r>
          <a:endParaRPr lang="en-US" sz="1000" b="1" i="0" dirty="0">
            <a:latin typeface="+mn-lt"/>
            <a:cs typeface="Calibri" panose="020F0502020204030204" pitchFamily="34" charset="0"/>
          </a:endParaRPr>
        </a:p>
      </dgm:t>
    </dgm:pt>
    <dgm:pt modelId="{02199AE3-9F7C-9249-9867-5037E10B0667}" type="parTrans" cxnId="{78FF5978-5B89-4E46-AF3B-942B88FD3F20}">
      <dgm:prSet/>
      <dgm:spPr>
        <a:ln w="3175">
          <a:solidFill>
            <a:srgbClr val="53565A"/>
          </a:solidFill>
        </a:ln>
      </dgm:spPr>
      <dgm:t>
        <a:bodyPr/>
        <a:lstStyle/>
        <a:p>
          <a:endParaRPr lang="en-US"/>
        </a:p>
      </dgm:t>
    </dgm:pt>
    <dgm:pt modelId="{07802EB4-C93C-604F-A62F-5B24F6F85C48}" type="sibTrans" cxnId="{78FF5978-5B89-4E46-AF3B-942B88FD3F20}">
      <dgm:prSet/>
      <dgm:spPr/>
      <dgm:t>
        <a:bodyPr/>
        <a:lstStyle/>
        <a:p>
          <a:endParaRPr lang="en-US"/>
        </a:p>
      </dgm:t>
    </dgm:pt>
    <dgm:pt modelId="{FC7784FC-EEC5-9A49-A11E-6FD86519937E}">
      <dgm:prSet custT="1"/>
      <dgm:spPr>
        <a:ln w="3175">
          <a:solidFill>
            <a:srgbClr val="53565A"/>
          </a:solidFill>
        </a:ln>
      </dgm:spPr>
      <dgm:t>
        <a:bodyPr/>
        <a:lstStyle/>
        <a:p>
          <a:pPr>
            <a:spcAft>
              <a:spcPts val="300"/>
            </a:spcAft>
          </a:pPr>
          <a:r>
            <a:rPr lang="en-US" sz="1000" b="1" i="0" dirty="0">
              <a:latin typeface="+mn-lt"/>
              <a:cs typeface="Calibri" panose="020F0502020204030204" pitchFamily="34" charset="0"/>
            </a:rPr>
            <a:t>First Last Name</a:t>
          </a:r>
        </a:p>
        <a:p>
          <a:pPr>
            <a:spcAft>
              <a:spcPts val="300"/>
            </a:spcAft>
          </a:pPr>
          <a:r>
            <a:rPr lang="en-US" sz="1000" dirty="0">
              <a:latin typeface="+mn-lt"/>
            </a:rPr>
            <a:t>Title</a:t>
          </a:r>
          <a:endParaRPr lang="en-US" sz="1000" dirty="0"/>
        </a:p>
      </dgm:t>
    </dgm:pt>
    <dgm:pt modelId="{5559A57D-71A2-BF4C-9EAE-E5F3ECD53B34}" type="parTrans" cxnId="{899E83D9-7BE3-F849-A54A-F3F99E68707B}">
      <dgm:prSet/>
      <dgm:spPr>
        <a:ln w="3175">
          <a:solidFill>
            <a:srgbClr val="53565A"/>
          </a:solidFill>
        </a:ln>
      </dgm:spPr>
      <dgm:t>
        <a:bodyPr/>
        <a:lstStyle/>
        <a:p>
          <a:endParaRPr lang="en-US"/>
        </a:p>
      </dgm:t>
    </dgm:pt>
    <dgm:pt modelId="{7E6BF83E-85CE-5A41-8611-62A0F5817BD8}" type="sibTrans" cxnId="{899E83D9-7BE3-F849-A54A-F3F99E68707B}">
      <dgm:prSet/>
      <dgm:spPr/>
      <dgm:t>
        <a:bodyPr/>
        <a:lstStyle/>
        <a:p>
          <a:endParaRPr lang="en-US"/>
        </a:p>
      </dgm:t>
    </dgm:pt>
    <dgm:pt modelId="{42332E48-9CAF-D546-9FC3-72F7C0ACD2A0}">
      <dgm:prSet custT="1"/>
      <dgm:spPr>
        <a:ln w="3175">
          <a:solidFill>
            <a:srgbClr val="53565A"/>
          </a:solidFill>
        </a:ln>
      </dgm:spPr>
      <dgm:t>
        <a:bodyPr/>
        <a:lstStyle/>
        <a:p>
          <a:pPr>
            <a:spcAft>
              <a:spcPts val="300"/>
            </a:spcAft>
          </a:pPr>
          <a:r>
            <a:rPr lang="en-US" sz="1000" b="1" i="0" dirty="0">
              <a:latin typeface="+mn-lt"/>
              <a:cs typeface="Calibri" panose="020F0502020204030204" pitchFamily="34" charset="0"/>
            </a:rPr>
            <a:t>First Last Name</a:t>
          </a:r>
        </a:p>
        <a:p>
          <a:pPr>
            <a:spcAft>
              <a:spcPts val="300"/>
            </a:spcAft>
          </a:pPr>
          <a:r>
            <a:rPr lang="en-US" sz="1000" dirty="0">
              <a:latin typeface="+mn-lt"/>
            </a:rPr>
            <a:t>Title</a:t>
          </a:r>
          <a:endParaRPr lang="en-US" sz="1000" dirty="0"/>
        </a:p>
      </dgm:t>
    </dgm:pt>
    <dgm:pt modelId="{4F499FE7-2633-3841-8205-CF979F9CF0A3}" type="parTrans" cxnId="{67EA9B01-7F99-9F47-950B-140306936E1A}">
      <dgm:prSet/>
      <dgm:spPr>
        <a:ln w="3175">
          <a:solidFill>
            <a:srgbClr val="53565A"/>
          </a:solidFill>
        </a:ln>
      </dgm:spPr>
      <dgm:t>
        <a:bodyPr/>
        <a:lstStyle/>
        <a:p>
          <a:endParaRPr lang="en-US"/>
        </a:p>
      </dgm:t>
    </dgm:pt>
    <dgm:pt modelId="{CC18C7A2-E02E-7845-A9A6-2939EFA3F75B}" type="sibTrans" cxnId="{67EA9B01-7F99-9F47-950B-140306936E1A}">
      <dgm:prSet/>
      <dgm:spPr/>
      <dgm:t>
        <a:bodyPr/>
        <a:lstStyle/>
        <a:p>
          <a:endParaRPr lang="en-US"/>
        </a:p>
      </dgm:t>
    </dgm:pt>
    <dgm:pt modelId="{BC2CE3D0-9D6E-764E-94A8-F0B4C3B4DC32}">
      <dgm:prSet custT="1"/>
      <dgm:spPr>
        <a:ln w="3175">
          <a:solidFill>
            <a:srgbClr val="53565A"/>
          </a:solidFill>
        </a:ln>
      </dgm:spPr>
      <dgm:t>
        <a:bodyPr/>
        <a:lstStyle/>
        <a:p>
          <a:pPr>
            <a:spcAft>
              <a:spcPts val="300"/>
            </a:spcAft>
          </a:pPr>
          <a:r>
            <a:rPr lang="en-US" sz="1000" b="1" i="0" dirty="0">
              <a:latin typeface="+mn-lt"/>
              <a:cs typeface="Calibri" panose="020F0502020204030204" pitchFamily="34" charset="0"/>
            </a:rPr>
            <a:t>First Last Name</a:t>
          </a:r>
        </a:p>
        <a:p>
          <a:pPr>
            <a:spcAft>
              <a:spcPts val="300"/>
            </a:spcAft>
          </a:pPr>
          <a:r>
            <a:rPr lang="en-US" sz="1000" dirty="0">
              <a:latin typeface="+mn-lt"/>
            </a:rPr>
            <a:t>Title</a:t>
          </a:r>
          <a:endParaRPr lang="en-US" sz="1000" dirty="0"/>
        </a:p>
      </dgm:t>
    </dgm:pt>
    <dgm:pt modelId="{FDE08DC8-BA7F-3F45-BF60-BD20873B8874}" type="parTrans" cxnId="{9CF1A6B9-0F66-E943-A804-46DF061CE2A6}">
      <dgm:prSet/>
      <dgm:spPr>
        <a:ln w="3175">
          <a:solidFill>
            <a:srgbClr val="53565A"/>
          </a:solidFill>
        </a:ln>
      </dgm:spPr>
      <dgm:t>
        <a:bodyPr/>
        <a:lstStyle/>
        <a:p>
          <a:endParaRPr lang="en-US"/>
        </a:p>
      </dgm:t>
    </dgm:pt>
    <dgm:pt modelId="{90AB014F-446D-8448-B4E0-491833F001DA}" type="sibTrans" cxnId="{9CF1A6B9-0F66-E943-A804-46DF061CE2A6}">
      <dgm:prSet/>
      <dgm:spPr/>
      <dgm:t>
        <a:bodyPr/>
        <a:lstStyle/>
        <a:p>
          <a:endParaRPr lang="en-US"/>
        </a:p>
      </dgm:t>
    </dgm:pt>
    <dgm:pt modelId="{C04DEFF7-1D20-D045-9EC8-ECBDDCAC831C}">
      <dgm:prSet custT="1"/>
      <dgm:spPr>
        <a:ln w="3175">
          <a:solidFill>
            <a:srgbClr val="53565A"/>
          </a:solidFill>
        </a:ln>
      </dgm:spPr>
      <dgm:t>
        <a:bodyPr/>
        <a:lstStyle/>
        <a:p>
          <a:pPr>
            <a:spcAft>
              <a:spcPts val="300"/>
            </a:spcAft>
          </a:pPr>
          <a:r>
            <a:rPr lang="en-US" sz="1000" b="1" i="0" dirty="0">
              <a:latin typeface="+mn-lt"/>
              <a:cs typeface="Calibri" panose="020F0502020204030204" pitchFamily="34" charset="0"/>
            </a:rPr>
            <a:t>First Last Name</a:t>
          </a:r>
        </a:p>
        <a:p>
          <a:pPr>
            <a:spcAft>
              <a:spcPts val="300"/>
            </a:spcAft>
          </a:pPr>
          <a:r>
            <a:rPr lang="en-US" sz="1000" dirty="0">
              <a:latin typeface="+mn-lt"/>
            </a:rPr>
            <a:t>Title</a:t>
          </a:r>
          <a:endParaRPr lang="en-US" sz="1000" dirty="0"/>
        </a:p>
      </dgm:t>
    </dgm:pt>
    <dgm:pt modelId="{33FF25D6-B704-F14A-8D4B-DC9874BECB00}" type="parTrans" cxnId="{9469FD61-DF93-794B-9890-208A811B45A9}">
      <dgm:prSet/>
      <dgm:spPr>
        <a:ln w="3175">
          <a:solidFill>
            <a:srgbClr val="53565A"/>
          </a:solidFill>
        </a:ln>
      </dgm:spPr>
      <dgm:t>
        <a:bodyPr/>
        <a:lstStyle/>
        <a:p>
          <a:endParaRPr lang="en-US"/>
        </a:p>
      </dgm:t>
    </dgm:pt>
    <dgm:pt modelId="{FA016431-C508-4149-BD3C-F77B83A7DDAA}" type="sibTrans" cxnId="{9469FD61-DF93-794B-9890-208A811B45A9}">
      <dgm:prSet/>
      <dgm:spPr/>
      <dgm:t>
        <a:bodyPr/>
        <a:lstStyle/>
        <a:p>
          <a:endParaRPr lang="en-US"/>
        </a:p>
      </dgm:t>
    </dgm:pt>
    <dgm:pt modelId="{B2897662-ADB8-AB4B-B824-E5F0DB45FE9A}">
      <dgm:prSet custT="1"/>
      <dgm:spPr>
        <a:ln w="3175">
          <a:solidFill>
            <a:srgbClr val="53565A"/>
          </a:solidFill>
        </a:ln>
      </dgm:spPr>
      <dgm:t>
        <a:bodyPr/>
        <a:lstStyle/>
        <a:p>
          <a:pPr>
            <a:spcAft>
              <a:spcPts val="300"/>
            </a:spcAft>
          </a:pPr>
          <a:r>
            <a:rPr lang="en-US" sz="1000" b="1" i="0" dirty="0">
              <a:latin typeface="+mn-lt"/>
              <a:cs typeface="Calibri" panose="020F0502020204030204" pitchFamily="34" charset="0"/>
            </a:rPr>
            <a:t>First Last Name</a:t>
          </a:r>
        </a:p>
        <a:p>
          <a:pPr>
            <a:spcAft>
              <a:spcPts val="300"/>
            </a:spcAft>
          </a:pPr>
          <a:r>
            <a:rPr lang="en-US" sz="1000" dirty="0">
              <a:latin typeface="+mn-lt"/>
            </a:rPr>
            <a:t>Title</a:t>
          </a:r>
          <a:endParaRPr lang="en-US" sz="1000" dirty="0"/>
        </a:p>
      </dgm:t>
    </dgm:pt>
    <dgm:pt modelId="{21F660F8-F207-F941-B5CC-052C8C7FDE7C}" type="parTrans" cxnId="{8936480C-FBAE-4345-81BB-2CD99807C601}">
      <dgm:prSet/>
      <dgm:spPr>
        <a:ln w="3175">
          <a:solidFill>
            <a:srgbClr val="53565A"/>
          </a:solidFill>
        </a:ln>
      </dgm:spPr>
      <dgm:t>
        <a:bodyPr/>
        <a:lstStyle/>
        <a:p>
          <a:endParaRPr lang="en-US"/>
        </a:p>
      </dgm:t>
    </dgm:pt>
    <dgm:pt modelId="{3D71EAF2-969E-3A4C-81CF-D9663A9616D0}" type="sibTrans" cxnId="{8936480C-FBAE-4345-81BB-2CD99807C601}">
      <dgm:prSet/>
      <dgm:spPr/>
      <dgm:t>
        <a:bodyPr/>
        <a:lstStyle/>
        <a:p>
          <a:endParaRPr lang="en-US"/>
        </a:p>
      </dgm:t>
    </dgm:pt>
    <dgm:pt modelId="{5CC50400-A8BC-9B48-BC12-5992FC75E62E}">
      <dgm:prSet custT="1"/>
      <dgm:spPr>
        <a:ln w="3175">
          <a:solidFill>
            <a:srgbClr val="53565A"/>
          </a:solidFill>
        </a:ln>
      </dgm:spPr>
      <dgm:t>
        <a:bodyPr/>
        <a:lstStyle/>
        <a:p>
          <a:pPr>
            <a:spcAft>
              <a:spcPts val="300"/>
            </a:spcAft>
          </a:pPr>
          <a:r>
            <a:rPr lang="en-US" sz="1000" b="1" i="0" dirty="0">
              <a:latin typeface="+mn-lt"/>
              <a:cs typeface="Calibri" panose="020F0502020204030204" pitchFamily="34" charset="0"/>
            </a:rPr>
            <a:t>First Last Name</a:t>
          </a:r>
        </a:p>
        <a:p>
          <a:pPr>
            <a:spcAft>
              <a:spcPts val="300"/>
            </a:spcAft>
          </a:pPr>
          <a:r>
            <a:rPr lang="en-US" sz="1000" dirty="0">
              <a:latin typeface="+mn-lt"/>
            </a:rPr>
            <a:t>Title</a:t>
          </a:r>
          <a:endParaRPr lang="en-US" sz="1000" dirty="0"/>
        </a:p>
      </dgm:t>
    </dgm:pt>
    <dgm:pt modelId="{204F7CFD-DDAF-C24D-B162-789F0A00FBF2}" type="parTrans" cxnId="{9DB77E25-C9C3-1A4A-B059-CC595901E1AE}">
      <dgm:prSet/>
      <dgm:spPr>
        <a:ln w="3175">
          <a:solidFill>
            <a:srgbClr val="53565A"/>
          </a:solidFill>
        </a:ln>
      </dgm:spPr>
      <dgm:t>
        <a:bodyPr/>
        <a:lstStyle/>
        <a:p>
          <a:endParaRPr lang="en-US"/>
        </a:p>
      </dgm:t>
    </dgm:pt>
    <dgm:pt modelId="{1FBB47E8-3552-4F45-8552-98C8B3D015F5}" type="sibTrans" cxnId="{9DB77E25-C9C3-1A4A-B059-CC595901E1AE}">
      <dgm:prSet/>
      <dgm:spPr/>
      <dgm:t>
        <a:bodyPr/>
        <a:lstStyle/>
        <a:p>
          <a:endParaRPr lang="en-US"/>
        </a:p>
      </dgm:t>
    </dgm:pt>
    <dgm:pt modelId="{5806001F-4E00-8D4D-BB5E-5DB05DA5CE97}">
      <dgm:prSet custT="1"/>
      <dgm:spPr>
        <a:ln w="3175">
          <a:solidFill>
            <a:srgbClr val="53565A"/>
          </a:solidFill>
        </a:ln>
      </dgm:spPr>
      <dgm:t>
        <a:bodyPr/>
        <a:lstStyle/>
        <a:p>
          <a:pPr>
            <a:spcAft>
              <a:spcPts val="300"/>
            </a:spcAft>
          </a:pPr>
          <a:r>
            <a:rPr lang="en-US" sz="1000" b="1" i="0" dirty="0">
              <a:latin typeface="+mn-lt"/>
              <a:cs typeface="Calibri" panose="020F0502020204030204" pitchFamily="34" charset="0"/>
            </a:rPr>
            <a:t>First Last Name</a:t>
          </a:r>
        </a:p>
        <a:p>
          <a:pPr>
            <a:spcAft>
              <a:spcPts val="300"/>
            </a:spcAft>
          </a:pPr>
          <a:r>
            <a:rPr lang="en-US" sz="1000" dirty="0">
              <a:latin typeface="+mn-lt"/>
            </a:rPr>
            <a:t>Title</a:t>
          </a:r>
          <a:endParaRPr lang="en-US" sz="1000" dirty="0"/>
        </a:p>
      </dgm:t>
    </dgm:pt>
    <dgm:pt modelId="{A5C2AA4D-8F88-2C44-8573-F7970367DEE7}" type="parTrans" cxnId="{B85302F2-93A2-3741-A6CE-526B90F5F467}">
      <dgm:prSet/>
      <dgm:spPr>
        <a:ln w="3175">
          <a:solidFill>
            <a:srgbClr val="53565A"/>
          </a:solidFill>
        </a:ln>
      </dgm:spPr>
      <dgm:t>
        <a:bodyPr/>
        <a:lstStyle/>
        <a:p>
          <a:endParaRPr lang="en-US"/>
        </a:p>
      </dgm:t>
    </dgm:pt>
    <dgm:pt modelId="{8567CF42-FD68-8B4F-A77C-A7060EE46DD1}" type="sibTrans" cxnId="{B85302F2-93A2-3741-A6CE-526B90F5F467}">
      <dgm:prSet/>
      <dgm:spPr/>
      <dgm:t>
        <a:bodyPr/>
        <a:lstStyle/>
        <a:p>
          <a:endParaRPr lang="en-US"/>
        </a:p>
      </dgm:t>
    </dgm:pt>
    <dgm:pt modelId="{9BBBD89C-2B04-0641-9F98-2334C1C33483}">
      <dgm:prSet custT="1"/>
      <dgm:spPr>
        <a:ln w="3175">
          <a:solidFill>
            <a:srgbClr val="53565A"/>
          </a:solidFill>
        </a:ln>
      </dgm:spPr>
      <dgm:t>
        <a:bodyPr/>
        <a:lstStyle/>
        <a:p>
          <a:pPr>
            <a:spcAft>
              <a:spcPts val="300"/>
            </a:spcAft>
          </a:pPr>
          <a:r>
            <a:rPr lang="en-US" sz="1000" b="1" i="0" dirty="0">
              <a:latin typeface="+mn-lt"/>
              <a:cs typeface="Calibri" panose="020F0502020204030204" pitchFamily="34" charset="0"/>
            </a:rPr>
            <a:t>First Last Name</a:t>
          </a:r>
        </a:p>
        <a:p>
          <a:pPr>
            <a:spcAft>
              <a:spcPts val="300"/>
            </a:spcAft>
          </a:pPr>
          <a:r>
            <a:rPr lang="en-US" sz="1000" dirty="0">
              <a:latin typeface="+mn-lt"/>
            </a:rPr>
            <a:t>Title</a:t>
          </a:r>
          <a:endParaRPr lang="en-US" sz="1000" dirty="0"/>
        </a:p>
      </dgm:t>
    </dgm:pt>
    <dgm:pt modelId="{57F56B5E-9F23-8541-8C7C-649913755AD0}" type="parTrans" cxnId="{A5A8698B-812A-A844-8D5F-3FA6A8CD5E8D}">
      <dgm:prSet/>
      <dgm:spPr>
        <a:ln w="3175">
          <a:solidFill>
            <a:srgbClr val="53565A"/>
          </a:solidFill>
        </a:ln>
      </dgm:spPr>
      <dgm:t>
        <a:bodyPr/>
        <a:lstStyle/>
        <a:p>
          <a:endParaRPr lang="en-US"/>
        </a:p>
      </dgm:t>
    </dgm:pt>
    <dgm:pt modelId="{F2D25234-AD00-1B40-9E2B-E365FD833F94}" type="sibTrans" cxnId="{A5A8698B-812A-A844-8D5F-3FA6A8CD5E8D}">
      <dgm:prSet/>
      <dgm:spPr/>
      <dgm:t>
        <a:bodyPr/>
        <a:lstStyle/>
        <a:p>
          <a:endParaRPr lang="en-US"/>
        </a:p>
      </dgm:t>
    </dgm:pt>
    <dgm:pt modelId="{67E23E9B-C32A-6543-9BD6-B5409C7BE630}">
      <dgm:prSet custT="1"/>
      <dgm:spPr>
        <a:ln w="3175">
          <a:solidFill>
            <a:srgbClr val="53565A"/>
          </a:solidFill>
        </a:ln>
      </dgm:spPr>
      <dgm:t>
        <a:bodyPr/>
        <a:lstStyle/>
        <a:p>
          <a:pPr>
            <a:spcAft>
              <a:spcPts val="300"/>
            </a:spcAft>
          </a:pPr>
          <a:r>
            <a:rPr lang="en-US" sz="1000" b="1" i="0" dirty="0">
              <a:latin typeface="+mn-lt"/>
              <a:cs typeface="Calibri" panose="020F0502020204030204" pitchFamily="34" charset="0"/>
            </a:rPr>
            <a:t>First Last Name</a:t>
          </a:r>
        </a:p>
        <a:p>
          <a:pPr>
            <a:spcAft>
              <a:spcPts val="300"/>
            </a:spcAft>
          </a:pPr>
          <a:r>
            <a:rPr lang="en-US" sz="1000" dirty="0">
              <a:latin typeface="+mn-lt"/>
            </a:rPr>
            <a:t>Title</a:t>
          </a:r>
          <a:endParaRPr lang="en-US" sz="1000" dirty="0"/>
        </a:p>
      </dgm:t>
    </dgm:pt>
    <dgm:pt modelId="{541454CD-880D-3842-AD70-0345F1752566}" type="parTrans" cxnId="{1F292B4E-EBF0-5047-BAFC-FF05ACB78C80}">
      <dgm:prSet/>
      <dgm:spPr>
        <a:ln w="3175">
          <a:solidFill>
            <a:srgbClr val="53565A"/>
          </a:solidFill>
        </a:ln>
      </dgm:spPr>
      <dgm:t>
        <a:bodyPr/>
        <a:lstStyle/>
        <a:p>
          <a:endParaRPr lang="en-US"/>
        </a:p>
      </dgm:t>
    </dgm:pt>
    <dgm:pt modelId="{4FEAA277-0448-3D4A-815C-480A00386C42}" type="sibTrans" cxnId="{1F292B4E-EBF0-5047-BAFC-FF05ACB78C80}">
      <dgm:prSet/>
      <dgm:spPr/>
      <dgm:t>
        <a:bodyPr/>
        <a:lstStyle/>
        <a:p>
          <a:endParaRPr lang="en-US"/>
        </a:p>
      </dgm:t>
    </dgm:pt>
    <dgm:pt modelId="{C528CA2B-824F-5A40-A2F6-301BA3560A89}">
      <dgm:prSet custT="1"/>
      <dgm:spPr>
        <a:ln w="3175">
          <a:solidFill>
            <a:srgbClr val="53565A"/>
          </a:solidFill>
        </a:ln>
      </dgm:spPr>
      <dgm:t>
        <a:bodyPr/>
        <a:lstStyle/>
        <a:p>
          <a:pPr>
            <a:spcAft>
              <a:spcPts val="300"/>
            </a:spcAft>
          </a:pPr>
          <a:r>
            <a:rPr lang="en-US" sz="1000" b="1" i="0" dirty="0">
              <a:latin typeface="+mn-lt"/>
              <a:cs typeface="Calibri" panose="020F0502020204030204" pitchFamily="34" charset="0"/>
            </a:rPr>
            <a:t>First Last Name</a:t>
          </a:r>
        </a:p>
        <a:p>
          <a:pPr>
            <a:spcAft>
              <a:spcPts val="300"/>
            </a:spcAft>
          </a:pPr>
          <a:r>
            <a:rPr lang="en-US" sz="1000" dirty="0">
              <a:latin typeface="+mn-lt"/>
            </a:rPr>
            <a:t>Title</a:t>
          </a:r>
          <a:endParaRPr lang="en-US" sz="1000" dirty="0"/>
        </a:p>
      </dgm:t>
    </dgm:pt>
    <dgm:pt modelId="{9BA873E2-D3E1-B944-899C-72AC87287047}" type="parTrans" cxnId="{6DE6C260-32AB-9940-B922-91EE5C173C47}">
      <dgm:prSet/>
      <dgm:spPr>
        <a:ln w="3175">
          <a:solidFill>
            <a:srgbClr val="53565A"/>
          </a:solidFill>
        </a:ln>
      </dgm:spPr>
      <dgm:t>
        <a:bodyPr/>
        <a:lstStyle/>
        <a:p>
          <a:endParaRPr lang="en-US"/>
        </a:p>
      </dgm:t>
    </dgm:pt>
    <dgm:pt modelId="{7D600DE6-4B1E-374C-94C8-99ECE2AD365D}" type="sibTrans" cxnId="{6DE6C260-32AB-9940-B922-91EE5C173C47}">
      <dgm:prSet/>
      <dgm:spPr/>
      <dgm:t>
        <a:bodyPr/>
        <a:lstStyle/>
        <a:p>
          <a:endParaRPr lang="en-US"/>
        </a:p>
      </dgm:t>
    </dgm:pt>
    <dgm:pt modelId="{0E8B19C6-E1E2-2342-BC22-ED0846D96C9B}" type="pres">
      <dgm:prSet presAssocID="{43ABBF15-429A-2A49-8998-1106595ABA0B}" presName="hierChild1" presStyleCnt="0">
        <dgm:presLayoutVars>
          <dgm:orgChart val="1"/>
          <dgm:chPref val="1"/>
          <dgm:dir/>
          <dgm:animOne val="branch"/>
          <dgm:animLvl val="lvl"/>
          <dgm:resizeHandles/>
        </dgm:presLayoutVars>
      </dgm:prSet>
      <dgm:spPr/>
    </dgm:pt>
    <dgm:pt modelId="{45389F23-59AD-574D-8E42-2D4A0F1C7D0E}" type="pres">
      <dgm:prSet presAssocID="{1277EEAC-D279-D441-9DF0-BFA156692900}" presName="hierRoot1" presStyleCnt="0">
        <dgm:presLayoutVars>
          <dgm:hierBranch val="init"/>
        </dgm:presLayoutVars>
      </dgm:prSet>
      <dgm:spPr/>
    </dgm:pt>
    <dgm:pt modelId="{18548840-EBCA-924D-88B0-5CF2E3EC9704}" type="pres">
      <dgm:prSet presAssocID="{1277EEAC-D279-D441-9DF0-BFA156692900}" presName="rootComposite1" presStyleCnt="0"/>
      <dgm:spPr/>
    </dgm:pt>
    <dgm:pt modelId="{6FA0D3D2-D650-1044-99FE-CBAEA6B41248}" type="pres">
      <dgm:prSet presAssocID="{1277EEAC-D279-D441-9DF0-BFA156692900}" presName="rootText1" presStyleLbl="node0" presStyleIdx="0" presStyleCnt="1" custScaleX="220746">
        <dgm:presLayoutVars>
          <dgm:chPref val="3"/>
        </dgm:presLayoutVars>
      </dgm:prSet>
      <dgm:spPr/>
    </dgm:pt>
    <dgm:pt modelId="{17336139-AF82-D74C-9787-353939D03040}" type="pres">
      <dgm:prSet presAssocID="{1277EEAC-D279-D441-9DF0-BFA156692900}" presName="rootConnector1" presStyleLbl="node1" presStyleIdx="0" presStyleCnt="0"/>
      <dgm:spPr/>
    </dgm:pt>
    <dgm:pt modelId="{5041323A-E4EC-CA4D-9014-7E6CA17B013C}" type="pres">
      <dgm:prSet presAssocID="{1277EEAC-D279-D441-9DF0-BFA156692900}" presName="hierChild2" presStyleCnt="0"/>
      <dgm:spPr/>
    </dgm:pt>
    <dgm:pt modelId="{5BB51D64-DCBF-B741-915E-A1D2BD31032A}" type="pres">
      <dgm:prSet presAssocID="{B7F4EB56-5631-8D4A-B92F-232D09BA1FD5}" presName="Name37" presStyleLbl="parChTrans1D2" presStyleIdx="0" presStyleCnt="5"/>
      <dgm:spPr/>
    </dgm:pt>
    <dgm:pt modelId="{D007D78E-0F0F-BD42-A3B6-C8084470E0DD}" type="pres">
      <dgm:prSet presAssocID="{2D23B1F1-06D3-DD4B-8267-BAE8F8DFDBEC}" presName="hierRoot2" presStyleCnt="0">
        <dgm:presLayoutVars>
          <dgm:hierBranch val="init"/>
        </dgm:presLayoutVars>
      </dgm:prSet>
      <dgm:spPr/>
    </dgm:pt>
    <dgm:pt modelId="{EB1F5358-952D-0942-AC30-918A1727D0B6}" type="pres">
      <dgm:prSet presAssocID="{2D23B1F1-06D3-DD4B-8267-BAE8F8DFDBEC}" presName="rootComposite" presStyleCnt="0"/>
      <dgm:spPr/>
    </dgm:pt>
    <dgm:pt modelId="{E1B2C4A6-3E45-FE43-9551-E7EC9F1C1759}" type="pres">
      <dgm:prSet presAssocID="{2D23B1F1-06D3-DD4B-8267-BAE8F8DFDBEC}" presName="rootText" presStyleLbl="node2" presStyleIdx="0" presStyleCnt="5" custScaleX="200602">
        <dgm:presLayoutVars>
          <dgm:chPref val="3"/>
        </dgm:presLayoutVars>
      </dgm:prSet>
      <dgm:spPr/>
    </dgm:pt>
    <dgm:pt modelId="{35E3E661-7F29-5743-ABAD-507ED896C704}" type="pres">
      <dgm:prSet presAssocID="{2D23B1F1-06D3-DD4B-8267-BAE8F8DFDBEC}" presName="rootConnector" presStyleLbl="node2" presStyleIdx="0" presStyleCnt="5"/>
      <dgm:spPr/>
    </dgm:pt>
    <dgm:pt modelId="{293B0626-CEE2-4448-8A78-DD52212B5715}" type="pres">
      <dgm:prSet presAssocID="{2D23B1F1-06D3-DD4B-8267-BAE8F8DFDBEC}" presName="hierChild4" presStyleCnt="0"/>
      <dgm:spPr/>
    </dgm:pt>
    <dgm:pt modelId="{B72C72C6-5BB9-CA4D-A10F-9BEB97F9C215}" type="pres">
      <dgm:prSet presAssocID="{2965BD6D-BCC2-6343-A209-73A3322D8BBC}" presName="Name37" presStyleLbl="parChTrans1D3" presStyleIdx="0" presStyleCnt="15"/>
      <dgm:spPr/>
    </dgm:pt>
    <dgm:pt modelId="{20307C51-3BFE-3446-864E-1436C6461A7A}" type="pres">
      <dgm:prSet presAssocID="{6E0B4C7C-FF80-3E41-824C-75EA9501AC77}" presName="hierRoot2" presStyleCnt="0">
        <dgm:presLayoutVars>
          <dgm:hierBranch val="init"/>
        </dgm:presLayoutVars>
      </dgm:prSet>
      <dgm:spPr/>
    </dgm:pt>
    <dgm:pt modelId="{CBBE7754-D991-D343-8A4D-107D8DBC454D}" type="pres">
      <dgm:prSet presAssocID="{6E0B4C7C-FF80-3E41-824C-75EA9501AC77}" presName="rootComposite" presStyleCnt="0"/>
      <dgm:spPr/>
    </dgm:pt>
    <dgm:pt modelId="{C8ED8376-491F-4D4B-B7D9-DC348B95D873}" type="pres">
      <dgm:prSet presAssocID="{6E0B4C7C-FF80-3E41-824C-75EA9501AC77}" presName="rootText" presStyleLbl="node3" presStyleIdx="0" presStyleCnt="15" custScaleX="136357">
        <dgm:presLayoutVars>
          <dgm:chPref val="3"/>
        </dgm:presLayoutVars>
      </dgm:prSet>
      <dgm:spPr/>
    </dgm:pt>
    <dgm:pt modelId="{0AEC5A9C-A91F-4F4C-8B0C-47BB8CD988FB}" type="pres">
      <dgm:prSet presAssocID="{6E0B4C7C-FF80-3E41-824C-75EA9501AC77}" presName="rootConnector" presStyleLbl="node3" presStyleIdx="0" presStyleCnt="15"/>
      <dgm:spPr/>
    </dgm:pt>
    <dgm:pt modelId="{3EE1DB5B-3734-2A47-9DC2-65BA82B58BE7}" type="pres">
      <dgm:prSet presAssocID="{6E0B4C7C-FF80-3E41-824C-75EA9501AC77}" presName="hierChild4" presStyleCnt="0"/>
      <dgm:spPr/>
    </dgm:pt>
    <dgm:pt modelId="{071560C8-59A7-E84E-8FC6-F85BE30A7CFA}" type="pres">
      <dgm:prSet presAssocID="{6E0B4C7C-FF80-3E41-824C-75EA9501AC77}" presName="hierChild5" presStyleCnt="0"/>
      <dgm:spPr/>
    </dgm:pt>
    <dgm:pt modelId="{4FF4F3E0-BE99-0747-BF15-6AF5481678FF}" type="pres">
      <dgm:prSet presAssocID="{C72C862D-A488-7E4A-9984-FDD7908D6654}" presName="Name37" presStyleLbl="parChTrans1D3" presStyleIdx="1" presStyleCnt="15"/>
      <dgm:spPr/>
    </dgm:pt>
    <dgm:pt modelId="{0408FC33-94F8-BC45-8066-067DFF4DF25C}" type="pres">
      <dgm:prSet presAssocID="{69876FEA-3CAE-244F-A29E-61AA270079B0}" presName="hierRoot2" presStyleCnt="0">
        <dgm:presLayoutVars>
          <dgm:hierBranch val="init"/>
        </dgm:presLayoutVars>
      </dgm:prSet>
      <dgm:spPr/>
    </dgm:pt>
    <dgm:pt modelId="{EA30C851-6F55-684A-9E79-4B1C70E90F8A}" type="pres">
      <dgm:prSet presAssocID="{69876FEA-3CAE-244F-A29E-61AA270079B0}" presName="rootComposite" presStyleCnt="0"/>
      <dgm:spPr/>
    </dgm:pt>
    <dgm:pt modelId="{C28BB3D0-4052-4A40-9FF7-DE4B100DF145}" type="pres">
      <dgm:prSet presAssocID="{69876FEA-3CAE-244F-A29E-61AA270079B0}" presName="rootText" presStyleLbl="node3" presStyleIdx="1" presStyleCnt="15" custScaleX="136357">
        <dgm:presLayoutVars>
          <dgm:chPref val="3"/>
        </dgm:presLayoutVars>
      </dgm:prSet>
      <dgm:spPr/>
    </dgm:pt>
    <dgm:pt modelId="{967008D1-27B6-044A-B482-2615AD2B6118}" type="pres">
      <dgm:prSet presAssocID="{69876FEA-3CAE-244F-A29E-61AA270079B0}" presName="rootConnector" presStyleLbl="node3" presStyleIdx="1" presStyleCnt="15"/>
      <dgm:spPr/>
    </dgm:pt>
    <dgm:pt modelId="{0D1C134C-87D2-EA47-B904-DFB63B9CB301}" type="pres">
      <dgm:prSet presAssocID="{69876FEA-3CAE-244F-A29E-61AA270079B0}" presName="hierChild4" presStyleCnt="0"/>
      <dgm:spPr/>
    </dgm:pt>
    <dgm:pt modelId="{8BE99955-3A09-734D-AC7F-37209BB6CB29}" type="pres">
      <dgm:prSet presAssocID="{69876FEA-3CAE-244F-A29E-61AA270079B0}" presName="hierChild5" presStyleCnt="0"/>
      <dgm:spPr/>
    </dgm:pt>
    <dgm:pt modelId="{B055A96D-3EC1-1143-A89E-A8A021A956E5}" type="pres">
      <dgm:prSet presAssocID="{14298AA7-A918-2B49-AD68-FAB9C739E4C0}" presName="Name37" presStyleLbl="parChTrans1D3" presStyleIdx="2" presStyleCnt="15"/>
      <dgm:spPr/>
    </dgm:pt>
    <dgm:pt modelId="{27F69117-5519-2648-AF5C-CFE93C77B1D2}" type="pres">
      <dgm:prSet presAssocID="{C4BA74AB-8280-1248-91C3-6BEE37BD1872}" presName="hierRoot2" presStyleCnt="0">
        <dgm:presLayoutVars>
          <dgm:hierBranch val="init"/>
        </dgm:presLayoutVars>
      </dgm:prSet>
      <dgm:spPr/>
    </dgm:pt>
    <dgm:pt modelId="{D2F07AC8-3FA6-344B-8604-B6DCD0089981}" type="pres">
      <dgm:prSet presAssocID="{C4BA74AB-8280-1248-91C3-6BEE37BD1872}" presName="rootComposite" presStyleCnt="0"/>
      <dgm:spPr/>
    </dgm:pt>
    <dgm:pt modelId="{8CD2E794-D604-6A43-9B7B-F489D2A08C7E}" type="pres">
      <dgm:prSet presAssocID="{C4BA74AB-8280-1248-91C3-6BEE37BD1872}" presName="rootText" presStyleLbl="node3" presStyleIdx="2" presStyleCnt="15" custScaleX="136357">
        <dgm:presLayoutVars>
          <dgm:chPref val="3"/>
        </dgm:presLayoutVars>
      </dgm:prSet>
      <dgm:spPr/>
    </dgm:pt>
    <dgm:pt modelId="{5223C0F1-D346-DE47-A9CA-5B777931C204}" type="pres">
      <dgm:prSet presAssocID="{C4BA74AB-8280-1248-91C3-6BEE37BD1872}" presName="rootConnector" presStyleLbl="node3" presStyleIdx="2" presStyleCnt="15"/>
      <dgm:spPr/>
    </dgm:pt>
    <dgm:pt modelId="{87366AE9-58EF-CE4F-9278-7643E2495F7C}" type="pres">
      <dgm:prSet presAssocID="{C4BA74AB-8280-1248-91C3-6BEE37BD1872}" presName="hierChild4" presStyleCnt="0"/>
      <dgm:spPr/>
    </dgm:pt>
    <dgm:pt modelId="{D2FE6A10-0D8F-6B4B-B694-4CDE9AFA2A23}" type="pres">
      <dgm:prSet presAssocID="{C4BA74AB-8280-1248-91C3-6BEE37BD1872}" presName="hierChild5" presStyleCnt="0"/>
      <dgm:spPr/>
    </dgm:pt>
    <dgm:pt modelId="{E3E2EC98-F809-0242-95D4-A9F5C920899B}" type="pres">
      <dgm:prSet presAssocID="{2D23B1F1-06D3-DD4B-8267-BAE8F8DFDBEC}" presName="hierChild5" presStyleCnt="0"/>
      <dgm:spPr/>
    </dgm:pt>
    <dgm:pt modelId="{2004641C-86A7-5F42-AAE3-76FD389BA6AB}" type="pres">
      <dgm:prSet presAssocID="{DB006F1E-5CE3-B24F-A21C-0330E91D254B}" presName="Name37" presStyleLbl="parChTrans1D2" presStyleIdx="1" presStyleCnt="5"/>
      <dgm:spPr/>
    </dgm:pt>
    <dgm:pt modelId="{2FD16110-A645-F749-923A-B2D5B88B1360}" type="pres">
      <dgm:prSet presAssocID="{9CDD287D-C323-334F-8110-7E8661205AC5}" presName="hierRoot2" presStyleCnt="0">
        <dgm:presLayoutVars>
          <dgm:hierBranch val="init"/>
        </dgm:presLayoutVars>
      </dgm:prSet>
      <dgm:spPr/>
    </dgm:pt>
    <dgm:pt modelId="{C0BA1E56-BCC6-D847-A2FC-3BB603AAAE19}" type="pres">
      <dgm:prSet presAssocID="{9CDD287D-C323-334F-8110-7E8661205AC5}" presName="rootComposite" presStyleCnt="0"/>
      <dgm:spPr/>
    </dgm:pt>
    <dgm:pt modelId="{B2E0EA93-0ECA-F448-906D-C87CCA9EE1E8}" type="pres">
      <dgm:prSet presAssocID="{9CDD287D-C323-334F-8110-7E8661205AC5}" presName="rootText" presStyleLbl="node2" presStyleIdx="1" presStyleCnt="5" custScaleX="192953">
        <dgm:presLayoutVars>
          <dgm:chPref val="3"/>
        </dgm:presLayoutVars>
      </dgm:prSet>
      <dgm:spPr/>
    </dgm:pt>
    <dgm:pt modelId="{47FCBD56-FD02-5C4F-8C14-11873DA0E79F}" type="pres">
      <dgm:prSet presAssocID="{9CDD287D-C323-334F-8110-7E8661205AC5}" presName="rootConnector" presStyleLbl="node2" presStyleIdx="1" presStyleCnt="5"/>
      <dgm:spPr/>
    </dgm:pt>
    <dgm:pt modelId="{1DE1EFBA-E061-9745-8DFF-9E0DE00E330A}" type="pres">
      <dgm:prSet presAssocID="{9CDD287D-C323-334F-8110-7E8661205AC5}" presName="hierChild4" presStyleCnt="0"/>
      <dgm:spPr/>
    </dgm:pt>
    <dgm:pt modelId="{8D49D586-DCBE-5A41-BB7C-65ACFAC803F5}" type="pres">
      <dgm:prSet presAssocID="{BEC70156-5B16-3848-9459-1824E72069C2}" presName="Name37" presStyleLbl="parChTrans1D3" presStyleIdx="3" presStyleCnt="15"/>
      <dgm:spPr/>
    </dgm:pt>
    <dgm:pt modelId="{1C2B0CF2-3CA6-D54F-95C2-0CD14E7D4CB8}" type="pres">
      <dgm:prSet presAssocID="{A71AF815-1E69-874E-B8B3-CCA78F84C2E1}" presName="hierRoot2" presStyleCnt="0">
        <dgm:presLayoutVars>
          <dgm:hierBranch val="init"/>
        </dgm:presLayoutVars>
      </dgm:prSet>
      <dgm:spPr/>
    </dgm:pt>
    <dgm:pt modelId="{4F5B338D-7509-684B-9114-171BEF811FD9}" type="pres">
      <dgm:prSet presAssocID="{A71AF815-1E69-874E-B8B3-CCA78F84C2E1}" presName="rootComposite" presStyleCnt="0"/>
      <dgm:spPr/>
    </dgm:pt>
    <dgm:pt modelId="{078F94E2-EC10-A14D-9BE3-CFDF8CA7396D}" type="pres">
      <dgm:prSet presAssocID="{A71AF815-1E69-874E-B8B3-CCA78F84C2E1}" presName="rootText" presStyleLbl="node3" presStyleIdx="3" presStyleCnt="15" custScaleX="138163">
        <dgm:presLayoutVars>
          <dgm:chPref val="3"/>
        </dgm:presLayoutVars>
      </dgm:prSet>
      <dgm:spPr/>
    </dgm:pt>
    <dgm:pt modelId="{7D82928B-478F-3940-AC29-6F322F6D0270}" type="pres">
      <dgm:prSet presAssocID="{A71AF815-1E69-874E-B8B3-CCA78F84C2E1}" presName="rootConnector" presStyleLbl="node3" presStyleIdx="3" presStyleCnt="15"/>
      <dgm:spPr/>
    </dgm:pt>
    <dgm:pt modelId="{8C4BB4A1-1DA2-E54D-BA13-9684E041C322}" type="pres">
      <dgm:prSet presAssocID="{A71AF815-1E69-874E-B8B3-CCA78F84C2E1}" presName="hierChild4" presStyleCnt="0"/>
      <dgm:spPr/>
    </dgm:pt>
    <dgm:pt modelId="{29381E64-28F3-3C4D-A2EF-71D900CE3954}" type="pres">
      <dgm:prSet presAssocID="{A71AF815-1E69-874E-B8B3-CCA78F84C2E1}" presName="hierChild5" presStyleCnt="0"/>
      <dgm:spPr/>
    </dgm:pt>
    <dgm:pt modelId="{0AB8B1E1-C127-1C4B-8736-90F41B801297}" type="pres">
      <dgm:prSet presAssocID="{5559A57D-71A2-BF4C-9EAE-E5F3ECD53B34}" presName="Name37" presStyleLbl="parChTrans1D3" presStyleIdx="4" presStyleCnt="15"/>
      <dgm:spPr/>
    </dgm:pt>
    <dgm:pt modelId="{1BFE673D-F7A4-8C46-8AC8-3BA65E852CC3}" type="pres">
      <dgm:prSet presAssocID="{FC7784FC-EEC5-9A49-A11E-6FD86519937E}" presName="hierRoot2" presStyleCnt="0">
        <dgm:presLayoutVars>
          <dgm:hierBranch val="init"/>
        </dgm:presLayoutVars>
      </dgm:prSet>
      <dgm:spPr/>
    </dgm:pt>
    <dgm:pt modelId="{2305A1A1-EF56-974B-82EE-44DFB047B2C6}" type="pres">
      <dgm:prSet presAssocID="{FC7784FC-EEC5-9A49-A11E-6FD86519937E}" presName="rootComposite" presStyleCnt="0"/>
      <dgm:spPr/>
    </dgm:pt>
    <dgm:pt modelId="{3CA5CE02-5D97-954C-B8F5-4043221E8334}" type="pres">
      <dgm:prSet presAssocID="{FC7784FC-EEC5-9A49-A11E-6FD86519937E}" presName="rootText" presStyleLbl="node3" presStyleIdx="4" presStyleCnt="15" custScaleX="138163">
        <dgm:presLayoutVars>
          <dgm:chPref val="3"/>
        </dgm:presLayoutVars>
      </dgm:prSet>
      <dgm:spPr/>
    </dgm:pt>
    <dgm:pt modelId="{8CEA1B90-9ECA-254C-9232-4EB8FA90CDDA}" type="pres">
      <dgm:prSet presAssocID="{FC7784FC-EEC5-9A49-A11E-6FD86519937E}" presName="rootConnector" presStyleLbl="node3" presStyleIdx="4" presStyleCnt="15"/>
      <dgm:spPr/>
    </dgm:pt>
    <dgm:pt modelId="{5B8E8D3E-7D58-A444-84C3-7B9925307F8B}" type="pres">
      <dgm:prSet presAssocID="{FC7784FC-EEC5-9A49-A11E-6FD86519937E}" presName="hierChild4" presStyleCnt="0"/>
      <dgm:spPr/>
    </dgm:pt>
    <dgm:pt modelId="{8D8B189D-5BC1-6749-AC7B-F292289551C2}" type="pres">
      <dgm:prSet presAssocID="{FC7784FC-EEC5-9A49-A11E-6FD86519937E}" presName="hierChild5" presStyleCnt="0"/>
      <dgm:spPr/>
    </dgm:pt>
    <dgm:pt modelId="{F4EF1715-B01A-A94B-8D84-6CDAA4E0BA6A}" type="pres">
      <dgm:prSet presAssocID="{02199AE3-9F7C-9249-9867-5037E10B0667}" presName="Name37" presStyleLbl="parChTrans1D3" presStyleIdx="5" presStyleCnt="15"/>
      <dgm:spPr/>
    </dgm:pt>
    <dgm:pt modelId="{B9DD7FB6-2A4C-DD40-9F07-6FC2984CEB7E}" type="pres">
      <dgm:prSet presAssocID="{0A5941A5-FA47-2C40-B238-16F55F684ABB}" presName="hierRoot2" presStyleCnt="0">
        <dgm:presLayoutVars>
          <dgm:hierBranch val="init"/>
        </dgm:presLayoutVars>
      </dgm:prSet>
      <dgm:spPr/>
    </dgm:pt>
    <dgm:pt modelId="{7C94BB2F-5E1B-5D4C-92C3-32C3A1407D68}" type="pres">
      <dgm:prSet presAssocID="{0A5941A5-FA47-2C40-B238-16F55F684ABB}" presName="rootComposite" presStyleCnt="0"/>
      <dgm:spPr/>
    </dgm:pt>
    <dgm:pt modelId="{7D599CFE-BF17-FC45-AC9D-7BB14C12BDCE}" type="pres">
      <dgm:prSet presAssocID="{0A5941A5-FA47-2C40-B238-16F55F684ABB}" presName="rootText" presStyleLbl="node3" presStyleIdx="5" presStyleCnt="15" custScaleX="138163">
        <dgm:presLayoutVars>
          <dgm:chPref val="3"/>
        </dgm:presLayoutVars>
      </dgm:prSet>
      <dgm:spPr/>
    </dgm:pt>
    <dgm:pt modelId="{1066F288-E5A6-5048-996D-464F91C8B697}" type="pres">
      <dgm:prSet presAssocID="{0A5941A5-FA47-2C40-B238-16F55F684ABB}" presName="rootConnector" presStyleLbl="node3" presStyleIdx="5" presStyleCnt="15"/>
      <dgm:spPr/>
    </dgm:pt>
    <dgm:pt modelId="{0AB54B86-44A4-C847-9D63-03926AA0846F}" type="pres">
      <dgm:prSet presAssocID="{0A5941A5-FA47-2C40-B238-16F55F684ABB}" presName="hierChild4" presStyleCnt="0"/>
      <dgm:spPr/>
    </dgm:pt>
    <dgm:pt modelId="{1A839284-0B74-1F41-92CB-03D3724FC8F7}" type="pres">
      <dgm:prSet presAssocID="{0A5941A5-FA47-2C40-B238-16F55F684ABB}" presName="hierChild5" presStyleCnt="0"/>
      <dgm:spPr/>
    </dgm:pt>
    <dgm:pt modelId="{EB75F44F-DCD4-AD45-8B1B-4FE0A1A4B1BD}" type="pres">
      <dgm:prSet presAssocID="{9CDD287D-C323-334F-8110-7E8661205AC5}" presName="hierChild5" presStyleCnt="0"/>
      <dgm:spPr/>
    </dgm:pt>
    <dgm:pt modelId="{81FFFC81-0BD4-B140-A22B-4190871F85B6}" type="pres">
      <dgm:prSet presAssocID="{EE9A608D-BDDB-F643-82A2-06FB1D3D7419}" presName="Name37" presStyleLbl="parChTrans1D2" presStyleIdx="2" presStyleCnt="5"/>
      <dgm:spPr/>
    </dgm:pt>
    <dgm:pt modelId="{9564CC7B-59D0-8044-8327-D07ADDBA0CEF}" type="pres">
      <dgm:prSet presAssocID="{F921C316-1639-C94C-8328-BE0D04A3D1D8}" presName="hierRoot2" presStyleCnt="0">
        <dgm:presLayoutVars>
          <dgm:hierBranch val="init"/>
        </dgm:presLayoutVars>
      </dgm:prSet>
      <dgm:spPr/>
    </dgm:pt>
    <dgm:pt modelId="{43267959-D27C-8049-B08D-60191C2ECC9D}" type="pres">
      <dgm:prSet presAssocID="{F921C316-1639-C94C-8328-BE0D04A3D1D8}" presName="rootComposite" presStyleCnt="0"/>
      <dgm:spPr/>
    </dgm:pt>
    <dgm:pt modelId="{14A1EFE2-A4D4-6541-9D27-541758795F50}" type="pres">
      <dgm:prSet presAssocID="{F921C316-1639-C94C-8328-BE0D04A3D1D8}" presName="rootText" presStyleLbl="node2" presStyleIdx="2" presStyleCnt="5" custScaleX="186527">
        <dgm:presLayoutVars>
          <dgm:chPref val="3"/>
        </dgm:presLayoutVars>
      </dgm:prSet>
      <dgm:spPr/>
    </dgm:pt>
    <dgm:pt modelId="{3337B9FB-B00F-3546-B34E-D39BE14D39AF}" type="pres">
      <dgm:prSet presAssocID="{F921C316-1639-C94C-8328-BE0D04A3D1D8}" presName="rootConnector" presStyleLbl="node2" presStyleIdx="2" presStyleCnt="5"/>
      <dgm:spPr/>
    </dgm:pt>
    <dgm:pt modelId="{EE03B8D1-4244-1249-9869-CEA6B39D5248}" type="pres">
      <dgm:prSet presAssocID="{F921C316-1639-C94C-8328-BE0D04A3D1D8}" presName="hierChild4" presStyleCnt="0"/>
      <dgm:spPr/>
    </dgm:pt>
    <dgm:pt modelId="{90DD6D11-3DAE-0F45-824C-480C05903F36}" type="pres">
      <dgm:prSet presAssocID="{4F499FE7-2633-3841-8205-CF979F9CF0A3}" presName="Name37" presStyleLbl="parChTrans1D3" presStyleIdx="6" presStyleCnt="15"/>
      <dgm:spPr/>
    </dgm:pt>
    <dgm:pt modelId="{C09CA064-5CC4-1643-BE1F-FF5C878B5A69}" type="pres">
      <dgm:prSet presAssocID="{42332E48-9CAF-D546-9FC3-72F7C0ACD2A0}" presName="hierRoot2" presStyleCnt="0">
        <dgm:presLayoutVars>
          <dgm:hierBranch val="init"/>
        </dgm:presLayoutVars>
      </dgm:prSet>
      <dgm:spPr/>
    </dgm:pt>
    <dgm:pt modelId="{8BF859C9-3CFF-A74F-BF35-03CDD8A68BB8}" type="pres">
      <dgm:prSet presAssocID="{42332E48-9CAF-D546-9FC3-72F7C0ACD2A0}" presName="rootComposite" presStyleCnt="0"/>
      <dgm:spPr/>
    </dgm:pt>
    <dgm:pt modelId="{4827C32C-D325-0642-B7CF-A5FE2AF70684}" type="pres">
      <dgm:prSet presAssocID="{42332E48-9CAF-D546-9FC3-72F7C0ACD2A0}" presName="rootText" presStyleLbl="node3" presStyleIdx="6" presStyleCnt="15" custScaleX="136700">
        <dgm:presLayoutVars>
          <dgm:chPref val="3"/>
        </dgm:presLayoutVars>
      </dgm:prSet>
      <dgm:spPr/>
    </dgm:pt>
    <dgm:pt modelId="{3DA2054A-1D3F-C640-9AF7-15B531D7CBB6}" type="pres">
      <dgm:prSet presAssocID="{42332E48-9CAF-D546-9FC3-72F7C0ACD2A0}" presName="rootConnector" presStyleLbl="node3" presStyleIdx="6" presStyleCnt="15"/>
      <dgm:spPr/>
    </dgm:pt>
    <dgm:pt modelId="{4A312C18-A350-5747-8C6B-5DE52347DDF9}" type="pres">
      <dgm:prSet presAssocID="{42332E48-9CAF-D546-9FC3-72F7C0ACD2A0}" presName="hierChild4" presStyleCnt="0"/>
      <dgm:spPr/>
    </dgm:pt>
    <dgm:pt modelId="{13B1618C-2810-C040-9C02-2845FE0F605B}" type="pres">
      <dgm:prSet presAssocID="{42332E48-9CAF-D546-9FC3-72F7C0ACD2A0}" presName="hierChild5" presStyleCnt="0"/>
      <dgm:spPr/>
    </dgm:pt>
    <dgm:pt modelId="{D67365C2-ECF0-9943-8AC6-C76033DA1A38}" type="pres">
      <dgm:prSet presAssocID="{FDE08DC8-BA7F-3F45-BF60-BD20873B8874}" presName="Name37" presStyleLbl="parChTrans1D3" presStyleIdx="7" presStyleCnt="15"/>
      <dgm:spPr/>
    </dgm:pt>
    <dgm:pt modelId="{95B772BF-595E-7F4A-BCB4-D4957E455719}" type="pres">
      <dgm:prSet presAssocID="{BC2CE3D0-9D6E-764E-94A8-F0B4C3B4DC32}" presName="hierRoot2" presStyleCnt="0">
        <dgm:presLayoutVars>
          <dgm:hierBranch val="init"/>
        </dgm:presLayoutVars>
      </dgm:prSet>
      <dgm:spPr/>
    </dgm:pt>
    <dgm:pt modelId="{DE8286C0-9480-1849-A73B-2AABFFCFA7A0}" type="pres">
      <dgm:prSet presAssocID="{BC2CE3D0-9D6E-764E-94A8-F0B4C3B4DC32}" presName="rootComposite" presStyleCnt="0"/>
      <dgm:spPr/>
    </dgm:pt>
    <dgm:pt modelId="{9E9FA04F-4751-3B47-8BC7-3575A263CF19}" type="pres">
      <dgm:prSet presAssocID="{BC2CE3D0-9D6E-764E-94A8-F0B4C3B4DC32}" presName="rootText" presStyleLbl="node3" presStyleIdx="7" presStyleCnt="15" custScaleX="136700">
        <dgm:presLayoutVars>
          <dgm:chPref val="3"/>
        </dgm:presLayoutVars>
      </dgm:prSet>
      <dgm:spPr/>
    </dgm:pt>
    <dgm:pt modelId="{6A1BD185-DD45-9B4C-BF2D-B61B8B44256C}" type="pres">
      <dgm:prSet presAssocID="{BC2CE3D0-9D6E-764E-94A8-F0B4C3B4DC32}" presName="rootConnector" presStyleLbl="node3" presStyleIdx="7" presStyleCnt="15"/>
      <dgm:spPr/>
    </dgm:pt>
    <dgm:pt modelId="{9A6EA6F9-052E-AF41-9AD1-FAD33529D077}" type="pres">
      <dgm:prSet presAssocID="{BC2CE3D0-9D6E-764E-94A8-F0B4C3B4DC32}" presName="hierChild4" presStyleCnt="0"/>
      <dgm:spPr/>
    </dgm:pt>
    <dgm:pt modelId="{76FF494B-298E-9049-93F0-5AEE68DDA2D5}" type="pres">
      <dgm:prSet presAssocID="{BC2CE3D0-9D6E-764E-94A8-F0B4C3B4DC32}" presName="hierChild5" presStyleCnt="0"/>
      <dgm:spPr/>
    </dgm:pt>
    <dgm:pt modelId="{F112CAFD-58D2-5441-8EF3-A63F37D6A542}" type="pres">
      <dgm:prSet presAssocID="{33FF25D6-B704-F14A-8D4B-DC9874BECB00}" presName="Name37" presStyleLbl="parChTrans1D3" presStyleIdx="8" presStyleCnt="15"/>
      <dgm:spPr/>
    </dgm:pt>
    <dgm:pt modelId="{E20820A7-AE3F-3846-87DC-13674EC8697F}" type="pres">
      <dgm:prSet presAssocID="{C04DEFF7-1D20-D045-9EC8-ECBDDCAC831C}" presName="hierRoot2" presStyleCnt="0">
        <dgm:presLayoutVars>
          <dgm:hierBranch val="init"/>
        </dgm:presLayoutVars>
      </dgm:prSet>
      <dgm:spPr/>
    </dgm:pt>
    <dgm:pt modelId="{6ACC30BD-E898-FC4D-A2B2-61EEDE64AE28}" type="pres">
      <dgm:prSet presAssocID="{C04DEFF7-1D20-D045-9EC8-ECBDDCAC831C}" presName="rootComposite" presStyleCnt="0"/>
      <dgm:spPr/>
    </dgm:pt>
    <dgm:pt modelId="{645CF69C-C282-4A44-B958-D658761B6EBA}" type="pres">
      <dgm:prSet presAssocID="{C04DEFF7-1D20-D045-9EC8-ECBDDCAC831C}" presName="rootText" presStyleLbl="node3" presStyleIdx="8" presStyleCnt="15" custScaleX="136700">
        <dgm:presLayoutVars>
          <dgm:chPref val="3"/>
        </dgm:presLayoutVars>
      </dgm:prSet>
      <dgm:spPr/>
    </dgm:pt>
    <dgm:pt modelId="{6C2411C8-616E-AB4D-925A-C9D9F5840D39}" type="pres">
      <dgm:prSet presAssocID="{C04DEFF7-1D20-D045-9EC8-ECBDDCAC831C}" presName="rootConnector" presStyleLbl="node3" presStyleIdx="8" presStyleCnt="15"/>
      <dgm:spPr/>
    </dgm:pt>
    <dgm:pt modelId="{C1E970D4-D9A4-F249-A6A0-BF5E30FD1D72}" type="pres">
      <dgm:prSet presAssocID="{C04DEFF7-1D20-D045-9EC8-ECBDDCAC831C}" presName="hierChild4" presStyleCnt="0"/>
      <dgm:spPr/>
    </dgm:pt>
    <dgm:pt modelId="{33538585-0EBB-D042-A564-16BBC8D22FE2}" type="pres">
      <dgm:prSet presAssocID="{C04DEFF7-1D20-D045-9EC8-ECBDDCAC831C}" presName="hierChild5" presStyleCnt="0"/>
      <dgm:spPr/>
    </dgm:pt>
    <dgm:pt modelId="{FCBDBD20-52D5-5942-A4A2-84C083D1C737}" type="pres">
      <dgm:prSet presAssocID="{F921C316-1639-C94C-8328-BE0D04A3D1D8}" presName="hierChild5" presStyleCnt="0"/>
      <dgm:spPr/>
    </dgm:pt>
    <dgm:pt modelId="{B58590F4-DEC9-954E-BC66-E8BE668AE2F4}" type="pres">
      <dgm:prSet presAssocID="{16EDF19F-33A6-7049-9C33-79AD8A6282D6}" presName="Name37" presStyleLbl="parChTrans1D2" presStyleIdx="3" presStyleCnt="5"/>
      <dgm:spPr/>
    </dgm:pt>
    <dgm:pt modelId="{7E57908B-F1FF-2E43-8D55-E633768CD875}" type="pres">
      <dgm:prSet presAssocID="{35D99A83-F503-0F4B-B701-A04ED57EBED8}" presName="hierRoot2" presStyleCnt="0">
        <dgm:presLayoutVars>
          <dgm:hierBranch val="init"/>
        </dgm:presLayoutVars>
      </dgm:prSet>
      <dgm:spPr/>
    </dgm:pt>
    <dgm:pt modelId="{813BD49A-D663-A34A-A685-4BB94F248276}" type="pres">
      <dgm:prSet presAssocID="{35D99A83-F503-0F4B-B701-A04ED57EBED8}" presName="rootComposite" presStyleCnt="0"/>
      <dgm:spPr/>
    </dgm:pt>
    <dgm:pt modelId="{50E9E0F2-1D82-714F-9CE3-57F7CCE20998}" type="pres">
      <dgm:prSet presAssocID="{35D99A83-F503-0F4B-B701-A04ED57EBED8}" presName="rootText" presStyleLbl="node2" presStyleIdx="3" presStyleCnt="5" custScaleX="180844">
        <dgm:presLayoutVars>
          <dgm:chPref val="3"/>
        </dgm:presLayoutVars>
      </dgm:prSet>
      <dgm:spPr/>
    </dgm:pt>
    <dgm:pt modelId="{10DA2F0B-4938-3E46-9AD5-D3217D552D19}" type="pres">
      <dgm:prSet presAssocID="{35D99A83-F503-0F4B-B701-A04ED57EBED8}" presName="rootConnector" presStyleLbl="node2" presStyleIdx="3" presStyleCnt="5"/>
      <dgm:spPr/>
    </dgm:pt>
    <dgm:pt modelId="{32EB66BE-BE89-3B47-951B-50174245B4C2}" type="pres">
      <dgm:prSet presAssocID="{35D99A83-F503-0F4B-B701-A04ED57EBED8}" presName="hierChild4" presStyleCnt="0"/>
      <dgm:spPr/>
    </dgm:pt>
    <dgm:pt modelId="{B2A4B143-4AF6-A34C-A713-F12400DAA1D3}" type="pres">
      <dgm:prSet presAssocID="{21F660F8-F207-F941-B5CC-052C8C7FDE7C}" presName="Name37" presStyleLbl="parChTrans1D3" presStyleIdx="9" presStyleCnt="15"/>
      <dgm:spPr/>
    </dgm:pt>
    <dgm:pt modelId="{043A31D7-CAE6-2948-94B7-D12F6AD429FA}" type="pres">
      <dgm:prSet presAssocID="{B2897662-ADB8-AB4B-B824-E5F0DB45FE9A}" presName="hierRoot2" presStyleCnt="0">
        <dgm:presLayoutVars>
          <dgm:hierBranch val="init"/>
        </dgm:presLayoutVars>
      </dgm:prSet>
      <dgm:spPr/>
    </dgm:pt>
    <dgm:pt modelId="{4E3C5E20-A63C-CD41-B22E-7459A49E08FE}" type="pres">
      <dgm:prSet presAssocID="{B2897662-ADB8-AB4B-B824-E5F0DB45FE9A}" presName="rootComposite" presStyleCnt="0"/>
      <dgm:spPr/>
    </dgm:pt>
    <dgm:pt modelId="{E8816B7A-E45A-D64F-8CA8-01D07FFA252E}" type="pres">
      <dgm:prSet presAssocID="{B2897662-ADB8-AB4B-B824-E5F0DB45FE9A}" presName="rootText" presStyleLbl="node3" presStyleIdx="9" presStyleCnt="15" custScaleX="137457">
        <dgm:presLayoutVars>
          <dgm:chPref val="3"/>
        </dgm:presLayoutVars>
      </dgm:prSet>
      <dgm:spPr/>
    </dgm:pt>
    <dgm:pt modelId="{DAC1CC84-511D-0D4D-93C9-16B4006C76AE}" type="pres">
      <dgm:prSet presAssocID="{B2897662-ADB8-AB4B-B824-E5F0DB45FE9A}" presName="rootConnector" presStyleLbl="node3" presStyleIdx="9" presStyleCnt="15"/>
      <dgm:spPr/>
    </dgm:pt>
    <dgm:pt modelId="{3C3E8A47-FA75-4D4D-997F-9CF6E54B6368}" type="pres">
      <dgm:prSet presAssocID="{B2897662-ADB8-AB4B-B824-E5F0DB45FE9A}" presName="hierChild4" presStyleCnt="0"/>
      <dgm:spPr/>
    </dgm:pt>
    <dgm:pt modelId="{23C520FD-5EC2-BB4E-87D7-26D4D6B10FDC}" type="pres">
      <dgm:prSet presAssocID="{B2897662-ADB8-AB4B-B824-E5F0DB45FE9A}" presName="hierChild5" presStyleCnt="0"/>
      <dgm:spPr/>
    </dgm:pt>
    <dgm:pt modelId="{014A1BD8-52EA-2E48-8CBA-0854D4F785AC}" type="pres">
      <dgm:prSet presAssocID="{204F7CFD-DDAF-C24D-B162-789F0A00FBF2}" presName="Name37" presStyleLbl="parChTrans1D3" presStyleIdx="10" presStyleCnt="15"/>
      <dgm:spPr/>
    </dgm:pt>
    <dgm:pt modelId="{D389EB5B-C7D0-5D43-A5DE-E8BAA586CCDF}" type="pres">
      <dgm:prSet presAssocID="{5CC50400-A8BC-9B48-BC12-5992FC75E62E}" presName="hierRoot2" presStyleCnt="0">
        <dgm:presLayoutVars>
          <dgm:hierBranch val="init"/>
        </dgm:presLayoutVars>
      </dgm:prSet>
      <dgm:spPr/>
    </dgm:pt>
    <dgm:pt modelId="{B1A0182E-C9F9-D547-AFF3-6DDB89CF038D}" type="pres">
      <dgm:prSet presAssocID="{5CC50400-A8BC-9B48-BC12-5992FC75E62E}" presName="rootComposite" presStyleCnt="0"/>
      <dgm:spPr/>
    </dgm:pt>
    <dgm:pt modelId="{87F51C90-755E-F540-8F6A-AB7729C4F239}" type="pres">
      <dgm:prSet presAssocID="{5CC50400-A8BC-9B48-BC12-5992FC75E62E}" presName="rootText" presStyleLbl="node3" presStyleIdx="10" presStyleCnt="15" custScaleX="137457">
        <dgm:presLayoutVars>
          <dgm:chPref val="3"/>
        </dgm:presLayoutVars>
      </dgm:prSet>
      <dgm:spPr/>
    </dgm:pt>
    <dgm:pt modelId="{75B75F98-0B89-FF40-A0E0-A00B8931BA79}" type="pres">
      <dgm:prSet presAssocID="{5CC50400-A8BC-9B48-BC12-5992FC75E62E}" presName="rootConnector" presStyleLbl="node3" presStyleIdx="10" presStyleCnt="15"/>
      <dgm:spPr/>
    </dgm:pt>
    <dgm:pt modelId="{E4CAF338-678B-A24C-B435-6CA56EC3BD1A}" type="pres">
      <dgm:prSet presAssocID="{5CC50400-A8BC-9B48-BC12-5992FC75E62E}" presName="hierChild4" presStyleCnt="0"/>
      <dgm:spPr/>
    </dgm:pt>
    <dgm:pt modelId="{E97EC0C4-DAAE-3B4B-BD18-F944829826B8}" type="pres">
      <dgm:prSet presAssocID="{5CC50400-A8BC-9B48-BC12-5992FC75E62E}" presName="hierChild5" presStyleCnt="0"/>
      <dgm:spPr/>
    </dgm:pt>
    <dgm:pt modelId="{89C73366-0752-BF40-9CAE-1E7B3033E257}" type="pres">
      <dgm:prSet presAssocID="{A5C2AA4D-8F88-2C44-8573-F7970367DEE7}" presName="Name37" presStyleLbl="parChTrans1D3" presStyleIdx="11" presStyleCnt="15"/>
      <dgm:spPr/>
    </dgm:pt>
    <dgm:pt modelId="{839788DA-F5D0-DF4A-841C-D2FBA8C0A977}" type="pres">
      <dgm:prSet presAssocID="{5806001F-4E00-8D4D-BB5E-5DB05DA5CE97}" presName="hierRoot2" presStyleCnt="0">
        <dgm:presLayoutVars>
          <dgm:hierBranch val="init"/>
        </dgm:presLayoutVars>
      </dgm:prSet>
      <dgm:spPr/>
    </dgm:pt>
    <dgm:pt modelId="{04FCBE83-01A6-D246-B7DC-77FE1C374301}" type="pres">
      <dgm:prSet presAssocID="{5806001F-4E00-8D4D-BB5E-5DB05DA5CE97}" presName="rootComposite" presStyleCnt="0"/>
      <dgm:spPr/>
    </dgm:pt>
    <dgm:pt modelId="{A0A34F39-8775-074A-9076-E58A5C78A4BA}" type="pres">
      <dgm:prSet presAssocID="{5806001F-4E00-8D4D-BB5E-5DB05DA5CE97}" presName="rootText" presStyleLbl="node3" presStyleIdx="11" presStyleCnt="15" custScaleX="137457">
        <dgm:presLayoutVars>
          <dgm:chPref val="3"/>
        </dgm:presLayoutVars>
      </dgm:prSet>
      <dgm:spPr/>
    </dgm:pt>
    <dgm:pt modelId="{8A1182CD-2589-A341-8EFF-5897C5047DBB}" type="pres">
      <dgm:prSet presAssocID="{5806001F-4E00-8D4D-BB5E-5DB05DA5CE97}" presName="rootConnector" presStyleLbl="node3" presStyleIdx="11" presStyleCnt="15"/>
      <dgm:spPr/>
    </dgm:pt>
    <dgm:pt modelId="{FB83CE3F-E89E-9F41-8873-FF232AE15646}" type="pres">
      <dgm:prSet presAssocID="{5806001F-4E00-8D4D-BB5E-5DB05DA5CE97}" presName="hierChild4" presStyleCnt="0"/>
      <dgm:spPr/>
    </dgm:pt>
    <dgm:pt modelId="{18554EA2-D3B5-6F48-B1AA-6FDC09AFF34B}" type="pres">
      <dgm:prSet presAssocID="{5806001F-4E00-8D4D-BB5E-5DB05DA5CE97}" presName="hierChild5" presStyleCnt="0"/>
      <dgm:spPr/>
    </dgm:pt>
    <dgm:pt modelId="{B8E65FF3-3B3C-D949-9CA2-537218CD1F50}" type="pres">
      <dgm:prSet presAssocID="{35D99A83-F503-0F4B-B701-A04ED57EBED8}" presName="hierChild5" presStyleCnt="0"/>
      <dgm:spPr/>
    </dgm:pt>
    <dgm:pt modelId="{E719A462-C298-0443-A0D5-842375348FE3}" type="pres">
      <dgm:prSet presAssocID="{9A1C15A5-114B-DF47-8AB0-2A1E4FDA596A}" presName="Name37" presStyleLbl="parChTrans1D2" presStyleIdx="4" presStyleCnt="5"/>
      <dgm:spPr/>
    </dgm:pt>
    <dgm:pt modelId="{227D93E4-BA9C-6848-9AD7-D3A08C1390A0}" type="pres">
      <dgm:prSet presAssocID="{C62CB696-F1B2-A34F-BE8F-355979319B1A}" presName="hierRoot2" presStyleCnt="0">
        <dgm:presLayoutVars>
          <dgm:hierBranch val="init"/>
        </dgm:presLayoutVars>
      </dgm:prSet>
      <dgm:spPr/>
    </dgm:pt>
    <dgm:pt modelId="{5DD2D19E-7766-464C-BAFB-16C00BD0E712}" type="pres">
      <dgm:prSet presAssocID="{C62CB696-F1B2-A34F-BE8F-355979319B1A}" presName="rootComposite" presStyleCnt="0"/>
      <dgm:spPr/>
    </dgm:pt>
    <dgm:pt modelId="{7E43C790-FA6B-6941-9988-5980B8E7F48F}" type="pres">
      <dgm:prSet presAssocID="{C62CB696-F1B2-A34F-BE8F-355979319B1A}" presName="rootText" presStyleLbl="node2" presStyleIdx="4" presStyleCnt="5" custScaleX="179313">
        <dgm:presLayoutVars>
          <dgm:chPref val="3"/>
        </dgm:presLayoutVars>
      </dgm:prSet>
      <dgm:spPr/>
    </dgm:pt>
    <dgm:pt modelId="{CF0735B2-74C0-FA4B-96B6-2F521F4234AF}" type="pres">
      <dgm:prSet presAssocID="{C62CB696-F1B2-A34F-BE8F-355979319B1A}" presName="rootConnector" presStyleLbl="node2" presStyleIdx="4" presStyleCnt="5"/>
      <dgm:spPr/>
    </dgm:pt>
    <dgm:pt modelId="{46240D4D-FE49-C143-94D0-43A17E0E8AE2}" type="pres">
      <dgm:prSet presAssocID="{C62CB696-F1B2-A34F-BE8F-355979319B1A}" presName="hierChild4" presStyleCnt="0"/>
      <dgm:spPr/>
    </dgm:pt>
    <dgm:pt modelId="{6DEEFC9E-6AEE-0649-A9AB-F82960D1D342}" type="pres">
      <dgm:prSet presAssocID="{57F56B5E-9F23-8541-8C7C-649913755AD0}" presName="Name37" presStyleLbl="parChTrans1D3" presStyleIdx="12" presStyleCnt="15"/>
      <dgm:spPr/>
    </dgm:pt>
    <dgm:pt modelId="{B1DEA96B-A161-C545-B311-E9C5DF54721D}" type="pres">
      <dgm:prSet presAssocID="{9BBBD89C-2B04-0641-9F98-2334C1C33483}" presName="hierRoot2" presStyleCnt="0">
        <dgm:presLayoutVars>
          <dgm:hierBranch val="init"/>
        </dgm:presLayoutVars>
      </dgm:prSet>
      <dgm:spPr/>
    </dgm:pt>
    <dgm:pt modelId="{A85F60F0-7055-F941-857F-664C33EA4A31}" type="pres">
      <dgm:prSet presAssocID="{9BBBD89C-2B04-0641-9F98-2334C1C33483}" presName="rootComposite" presStyleCnt="0"/>
      <dgm:spPr/>
    </dgm:pt>
    <dgm:pt modelId="{661DD054-7E41-794B-82A0-7522EB530354}" type="pres">
      <dgm:prSet presAssocID="{9BBBD89C-2B04-0641-9F98-2334C1C33483}" presName="rootText" presStyleLbl="node3" presStyleIdx="12" presStyleCnt="15" custScaleX="137244">
        <dgm:presLayoutVars>
          <dgm:chPref val="3"/>
        </dgm:presLayoutVars>
      </dgm:prSet>
      <dgm:spPr/>
    </dgm:pt>
    <dgm:pt modelId="{A34479B2-D8E6-E941-ADAF-7F851392EBDE}" type="pres">
      <dgm:prSet presAssocID="{9BBBD89C-2B04-0641-9F98-2334C1C33483}" presName="rootConnector" presStyleLbl="node3" presStyleIdx="12" presStyleCnt="15"/>
      <dgm:spPr/>
    </dgm:pt>
    <dgm:pt modelId="{19BDBEA5-60A8-0D46-B034-178D0B5EBE98}" type="pres">
      <dgm:prSet presAssocID="{9BBBD89C-2B04-0641-9F98-2334C1C33483}" presName="hierChild4" presStyleCnt="0"/>
      <dgm:spPr/>
    </dgm:pt>
    <dgm:pt modelId="{9D5B4993-4602-004F-8093-F83024A5D660}" type="pres">
      <dgm:prSet presAssocID="{9BBBD89C-2B04-0641-9F98-2334C1C33483}" presName="hierChild5" presStyleCnt="0"/>
      <dgm:spPr/>
    </dgm:pt>
    <dgm:pt modelId="{FB0E4D33-D65A-D144-AAC4-65C9CE52AE02}" type="pres">
      <dgm:prSet presAssocID="{541454CD-880D-3842-AD70-0345F1752566}" presName="Name37" presStyleLbl="parChTrans1D3" presStyleIdx="13" presStyleCnt="15"/>
      <dgm:spPr/>
    </dgm:pt>
    <dgm:pt modelId="{B0B57282-5808-5246-A7F2-140E49FD166D}" type="pres">
      <dgm:prSet presAssocID="{67E23E9B-C32A-6543-9BD6-B5409C7BE630}" presName="hierRoot2" presStyleCnt="0">
        <dgm:presLayoutVars>
          <dgm:hierBranch val="init"/>
        </dgm:presLayoutVars>
      </dgm:prSet>
      <dgm:spPr/>
    </dgm:pt>
    <dgm:pt modelId="{CA6F4B4B-F54F-4B4B-8AF5-641280C5CD4E}" type="pres">
      <dgm:prSet presAssocID="{67E23E9B-C32A-6543-9BD6-B5409C7BE630}" presName="rootComposite" presStyleCnt="0"/>
      <dgm:spPr/>
    </dgm:pt>
    <dgm:pt modelId="{197752D9-9406-E045-804E-FFD001279680}" type="pres">
      <dgm:prSet presAssocID="{67E23E9B-C32A-6543-9BD6-B5409C7BE630}" presName="rootText" presStyleLbl="node3" presStyleIdx="13" presStyleCnt="15" custScaleX="137244">
        <dgm:presLayoutVars>
          <dgm:chPref val="3"/>
        </dgm:presLayoutVars>
      </dgm:prSet>
      <dgm:spPr/>
    </dgm:pt>
    <dgm:pt modelId="{52A37738-E375-C441-B227-0C8D0D298937}" type="pres">
      <dgm:prSet presAssocID="{67E23E9B-C32A-6543-9BD6-B5409C7BE630}" presName="rootConnector" presStyleLbl="node3" presStyleIdx="13" presStyleCnt="15"/>
      <dgm:spPr/>
    </dgm:pt>
    <dgm:pt modelId="{B5A76A22-3409-A14C-8B56-CA435F5E8C89}" type="pres">
      <dgm:prSet presAssocID="{67E23E9B-C32A-6543-9BD6-B5409C7BE630}" presName="hierChild4" presStyleCnt="0"/>
      <dgm:spPr/>
    </dgm:pt>
    <dgm:pt modelId="{B76DA154-08F0-664E-B263-C934411680E8}" type="pres">
      <dgm:prSet presAssocID="{67E23E9B-C32A-6543-9BD6-B5409C7BE630}" presName="hierChild5" presStyleCnt="0"/>
      <dgm:spPr/>
    </dgm:pt>
    <dgm:pt modelId="{D2FEF9F3-827A-BF41-A4DB-AE049664D5D7}" type="pres">
      <dgm:prSet presAssocID="{9BA873E2-D3E1-B944-899C-72AC87287047}" presName="Name37" presStyleLbl="parChTrans1D3" presStyleIdx="14" presStyleCnt="15"/>
      <dgm:spPr/>
    </dgm:pt>
    <dgm:pt modelId="{69F48733-4522-D74B-A4D9-BA2579834227}" type="pres">
      <dgm:prSet presAssocID="{C528CA2B-824F-5A40-A2F6-301BA3560A89}" presName="hierRoot2" presStyleCnt="0">
        <dgm:presLayoutVars>
          <dgm:hierBranch val="init"/>
        </dgm:presLayoutVars>
      </dgm:prSet>
      <dgm:spPr/>
    </dgm:pt>
    <dgm:pt modelId="{75E2E2FE-D157-8D4E-B2D7-3A966CDC131F}" type="pres">
      <dgm:prSet presAssocID="{C528CA2B-824F-5A40-A2F6-301BA3560A89}" presName="rootComposite" presStyleCnt="0"/>
      <dgm:spPr/>
    </dgm:pt>
    <dgm:pt modelId="{11568EEE-BBE2-8848-8A7E-CE53B7C2A9C3}" type="pres">
      <dgm:prSet presAssocID="{C528CA2B-824F-5A40-A2F6-301BA3560A89}" presName="rootText" presStyleLbl="node3" presStyleIdx="14" presStyleCnt="15" custScaleX="137244">
        <dgm:presLayoutVars>
          <dgm:chPref val="3"/>
        </dgm:presLayoutVars>
      </dgm:prSet>
      <dgm:spPr/>
    </dgm:pt>
    <dgm:pt modelId="{E8198EE5-E26D-4848-B91C-E2E7F6B3358F}" type="pres">
      <dgm:prSet presAssocID="{C528CA2B-824F-5A40-A2F6-301BA3560A89}" presName="rootConnector" presStyleLbl="node3" presStyleIdx="14" presStyleCnt="15"/>
      <dgm:spPr/>
    </dgm:pt>
    <dgm:pt modelId="{F9BF21ED-BA3F-E44F-A7D5-6AB3B3DB57C4}" type="pres">
      <dgm:prSet presAssocID="{C528CA2B-824F-5A40-A2F6-301BA3560A89}" presName="hierChild4" presStyleCnt="0"/>
      <dgm:spPr/>
    </dgm:pt>
    <dgm:pt modelId="{15DE0D52-AF80-2147-8F63-FCFD550F0A6E}" type="pres">
      <dgm:prSet presAssocID="{C528CA2B-824F-5A40-A2F6-301BA3560A89}" presName="hierChild5" presStyleCnt="0"/>
      <dgm:spPr/>
    </dgm:pt>
    <dgm:pt modelId="{253C8ABD-5790-6B40-9493-0C1D5EB889AC}" type="pres">
      <dgm:prSet presAssocID="{C62CB696-F1B2-A34F-BE8F-355979319B1A}" presName="hierChild5" presStyleCnt="0"/>
      <dgm:spPr/>
    </dgm:pt>
    <dgm:pt modelId="{31528F70-5344-4248-B680-4B970C059B45}" type="pres">
      <dgm:prSet presAssocID="{1277EEAC-D279-D441-9DF0-BFA156692900}" presName="hierChild3" presStyleCnt="0"/>
      <dgm:spPr/>
    </dgm:pt>
  </dgm:ptLst>
  <dgm:cxnLst>
    <dgm:cxn modelId="{67EA9B01-7F99-9F47-950B-140306936E1A}" srcId="{F921C316-1639-C94C-8328-BE0D04A3D1D8}" destId="{42332E48-9CAF-D546-9FC3-72F7C0ACD2A0}" srcOrd="0" destOrd="0" parTransId="{4F499FE7-2633-3841-8205-CF979F9CF0A3}" sibTransId="{CC18C7A2-E02E-7845-A9A6-2939EFA3F75B}"/>
    <dgm:cxn modelId="{F315F203-DD14-ED4A-AC97-A27CC7E643CE}" type="presOf" srcId="{BC2CE3D0-9D6E-764E-94A8-F0B4C3B4DC32}" destId="{6A1BD185-DD45-9B4C-BF2D-B61B8B44256C}" srcOrd="1" destOrd="0" presId="urn:microsoft.com/office/officeart/2005/8/layout/orgChart1"/>
    <dgm:cxn modelId="{3C76BC06-5EE6-FD4F-857D-38C72CC445DD}" type="presOf" srcId="{5559A57D-71A2-BF4C-9EAE-E5F3ECD53B34}" destId="{0AB8B1E1-C127-1C4B-8736-90F41B801297}" srcOrd="0" destOrd="0" presId="urn:microsoft.com/office/officeart/2005/8/layout/orgChart1"/>
    <dgm:cxn modelId="{69F20907-86B5-2644-9E6E-DEFBE4ADF476}" type="presOf" srcId="{BEC70156-5B16-3848-9459-1824E72069C2}" destId="{8D49D586-DCBE-5A41-BB7C-65ACFAC803F5}" srcOrd="0" destOrd="0" presId="urn:microsoft.com/office/officeart/2005/8/layout/orgChart1"/>
    <dgm:cxn modelId="{29778B0A-D7DC-0C4E-9B93-4F468CA2FFFC}" type="presOf" srcId="{F921C316-1639-C94C-8328-BE0D04A3D1D8}" destId="{14A1EFE2-A4D4-6541-9D27-541758795F50}" srcOrd="0" destOrd="0" presId="urn:microsoft.com/office/officeart/2005/8/layout/orgChart1"/>
    <dgm:cxn modelId="{FDDFC10A-52AB-B040-9390-5617B563A656}" type="presOf" srcId="{57F56B5E-9F23-8541-8C7C-649913755AD0}" destId="{6DEEFC9E-6AEE-0649-A9AB-F82960D1D342}" srcOrd="0" destOrd="0" presId="urn:microsoft.com/office/officeart/2005/8/layout/orgChart1"/>
    <dgm:cxn modelId="{C4DAD00A-709E-7747-8798-A8B6749968E4}" type="presOf" srcId="{69876FEA-3CAE-244F-A29E-61AA270079B0}" destId="{967008D1-27B6-044A-B482-2615AD2B6118}" srcOrd="1" destOrd="0" presId="urn:microsoft.com/office/officeart/2005/8/layout/orgChart1"/>
    <dgm:cxn modelId="{DD273E0C-1675-C148-B663-FE2B2862AAC9}" type="presOf" srcId="{9BA873E2-D3E1-B944-899C-72AC87287047}" destId="{D2FEF9F3-827A-BF41-A4DB-AE049664D5D7}" srcOrd="0" destOrd="0" presId="urn:microsoft.com/office/officeart/2005/8/layout/orgChart1"/>
    <dgm:cxn modelId="{8936480C-FBAE-4345-81BB-2CD99807C601}" srcId="{35D99A83-F503-0F4B-B701-A04ED57EBED8}" destId="{B2897662-ADB8-AB4B-B824-E5F0DB45FE9A}" srcOrd="0" destOrd="0" parTransId="{21F660F8-F207-F941-B5CC-052C8C7FDE7C}" sibTransId="{3D71EAF2-969E-3A4C-81CF-D9663A9616D0}"/>
    <dgm:cxn modelId="{7D47020D-AE5F-7A47-AB61-825C555D5A3C}" type="presOf" srcId="{69876FEA-3CAE-244F-A29E-61AA270079B0}" destId="{C28BB3D0-4052-4A40-9FF7-DE4B100DF145}" srcOrd="0" destOrd="0" presId="urn:microsoft.com/office/officeart/2005/8/layout/orgChart1"/>
    <dgm:cxn modelId="{10E1FF0E-5099-2D40-87F0-7479344A9D96}" type="presOf" srcId="{5806001F-4E00-8D4D-BB5E-5DB05DA5CE97}" destId="{A0A34F39-8775-074A-9076-E58A5C78A4BA}" srcOrd="0" destOrd="0" presId="urn:microsoft.com/office/officeart/2005/8/layout/orgChart1"/>
    <dgm:cxn modelId="{9E59D711-8931-D246-B675-22A97426A960}" type="presOf" srcId="{16EDF19F-33A6-7049-9C33-79AD8A6282D6}" destId="{B58590F4-DEC9-954E-BC66-E8BE668AE2F4}" srcOrd="0" destOrd="0" presId="urn:microsoft.com/office/officeart/2005/8/layout/orgChart1"/>
    <dgm:cxn modelId="{F7F99E1E-E798-1F49-810A-519964C46770}" type="presOf" srcId="{33FF25D6-B704-F14A-8D4B-DC9874BECB00}" destId="{F112CAFD-58D2-5441-8EF3-A63F37D6A542}" srcOrd="0" destOrd="0" presId="urn:microsoft.com/office/officeart/2005/8/layout/orgChart1"/>
    <dgm:cxn modelId="{8F664221-B6DA-AD4F-9CD0-78F47C717E53}" type="presOf" srcId="{A71AF815-1E69-874E-B8B3-CCA78F84C2E1}" destId="{7D82928B-478F-3940-AC29-6F322F6D0270}" srcOrd="1" destOrd="0" presId="urn:microsoft.com/office/officeart/2005/8/layout/orgChart1"/>
    <dgm:cxn modelId="{22A1A322-3806-7644-9D50-5241BE2DBB3E}" type="presOf" srcId="{C528CA2B-824F-5A40-A2F6-301BA3560A89}" destId="{11568EEE-BBE2-8848-8A7E-CE53B7C2A9C3}" srcOrd="0" destOrd="0" presId="urn:microsoft.com/office/officeart/2005/8/layout/orgChart1"/>
    <dgm:cxn modelId="{7C2DB823-7211-744A-8913-B03A81CB1782}" type="presOf" srcId="{BC2CE3D0-9D6E-764E-94A8-F0B4C3B4DC32}" destId="{9E9FA04F-4751-3B47-8BC7-3575A263CF19}" srcOrd="0" destOrd="0" presId="urn:microsoft.com/office/officeart/2005/8/layout/orgChart1"/>
    <dgm:cxn modelId="{9DB77E25-C9C3-1A4A-B059-CC595901E1AE}" srcId="{35D99A83-F503-0F4B-B701-A04ED57EBED8}" destId="{5CC50400-A8BC-9B48-BC12-5992FC75E62E}" srcOrd="1" destOrd="0" parTransId="{204F7CFD-DDAF-C24D-B162-789F0A00FBF2}" sibTransId="{1FBB47E8-3552-4F45-8552-98C8B3D015F5}"/>
    <dgm:cxn modelId="{39ACCA29-0FE9-094F-9467-8E47F775480C}" type="presOf" srcId="{C72C862D-A488-7E4A-9984-FDD7908D6654}" destId="{4FF4F3E0-BE99-0747-BF15-6AF5481678FF}" srcOrd="0" destOrd="0" presId="urn:microsoft.com/office/officeart/2005/8/layout/orgChart1"/>
    <dgm:cxn modelId="{59ACAA31-042D-5F4D-BD61-1F4BC06680D0}" type="presOf" srcId="{F921C316-1639-C94C-8328-BE0D04A3D1D8}" destId="{3337B9FB-B00F-3546-B34E-D39BE14D39AF}" srcOrd="1" destOrd="0" presId="urn:microsoft.com/office/officeart/2005/8/layout/orgChart1"/>
    <dgm:cxn modelId="{157DF134-C8F0-224F-A70E-4CAC04E9B945}" type="presOf" srcId="{C04DEFF7-1D20-D045-9EC8-ECBDDCAC831C}" destId="{6C2411C8-616E-AB4D-925A-C9D9F5840D39}" srcOrd="1" destOrd="0" presId="urn:microsoft.com/office/officeart/2005/8/layout/orgChart1"/>
    <dgm:cxn modelId="{1169373F-262A-6D4F-B5D7-F0BFFAD0B659}" type="presOf" srcId="{DB006F1E-5CE3-B24F-A21C-0330E91D254B}" destId="{2004641C-86A7-5F42-AAE3-76FD389BA6AB}" srcOrd="0" destOrd="0" presId="urn:microsoft.com/office/officeart/2005/8/layout/orgChart1"/>
    <dgm:cxn modelId="{B3780B40-BCD1-E542-BCC3-A43DBEC33518}" srcId="{1277EEAC-D279-D441-9DF0-BFA156692900}" destId="{C62CB696-F1B2-A34F-BE8F-355979319B1A}" srcOrd="4" destOrd="0" parTransId="{9A1C15A5-114B-DF47-8AB0-2A1E4FDA596A}" sibTransId="{6868D52E-10B7-294D-AD1A-C6423248E360}"/>
    <dgm:cxn modelId="{A1755546-D985-9043-B52B-7C59659779C5}" type="presOf" srcId="{1277EEAC-D279-D441-9DF0-BFA156692900}" destId="{6FA0D3D2-D650-1044-99FE-CBAEA6B41248}" srcOrd="0" destOrd="0" presId="urn:microsoft.com/office/officeart/2005/8/layout/orgChart1"/>
    <dgm:cxn modelId="{8ECC764D-9FFE-8544-B3A5-92F214E4F44D}" type="presOf" srcId="{5CC50400-A8BC-9B48-BC12-5992FC75E62E}" destId="{75B75F98-0B89-FF40-A0E0-A00B8931BA79}" srcOrd="1" destOrd="0" presId="urn:microsoft.com/office/officeart/2005/8/layout/orgChart1"/>
    <dgm:cxn modelId="{1F292B4E-EBF0-5047-BAFC-FF05ACB78C80}" srcId="{C62CB696-F1B2-A34F-BE8F-355979319B1A}" destId="{67E23E9B-C32A-6543-9BD6-B5409C7BE630}" srcOrd="1" destOrd="0" parTransId="{541454CD-880D-3842-AD70-0345F1752566}" sibTransId="{4FEAA277-0448-3D4A-815C-480A00386C42}"/>
    <dgm:cxn modelId="{FFD93253-A6F3-5743-9C98-81258A657A33}" type="presOf" srcId="{2D23B1F1-06D3-DD4B-8267-BAE8F8DFDBEC}" destId="{35E3E661-7F29-5743-ABAD-507ED896C704}" srcOrd="1" destOrd="0" presId="urn:microsoft.com/office/officeart/2005/8/layout/orgChart1"/>
    <dgm:cxn modelId="{275CBA54-EEC6-AD42-A569-2612BEC99ED1}" srcId="{2D23B1F1-06D3-DD4B-8267-BAE8F8DFDBEC}" destId="{69876FEA-3CAE-244F-A29E-61AA270079B0}" srcOrd="1" destOrd="0" parTransId="{C72C862D-A488-7E4A-9984-FDD7908D6654}" sibTransId="{2379972D-A104-BC4E-8BA5-723B3CD92B7C}"/>
    <dgm:cxn modelId="{A28B7F56-7608-F144-A588-43F3FB3DF00D}" srcId="{1277EEAC-D279-D441-9DF0-BFA156692900}" destId="{F921C316-1639-C94C-8328-BE0D04A3D1D8}" srcOrd="2" destOrd="0" parTransId="{EE9A608D-BDDB-F643-82A2-06FB1D3D7419}" sibTransId="{AC676726-4596-B541-8D7B-A0240B7B9905}"/>
    <dgm:cxn modelId="{FC12C357-1E4C-1747-9CCD-C1C92B229B6E}" type="presOf" srcId="{FDE08DC8-BA7F-3F45-BF60-BD20873B8874}" destId="{D67365C2-ECF0-9943-8AC6-C76033DA1A38}" srcOrd="0" destOrd="0" presId="urn:microsoft.com/office/officeart/2005/8/layout/orgChart1"/>
    <dgm:cxn modelId="{761E5B5B-A9F7-264E-B873-BE3191F2F7C3}" srcId="{1277EEAC-D279-D441-9DF0-BFA156692900}" destId="{2D23B1F1-06D3-DD4B-8267-BAE8F8DFDBEC}" srcOrd="0" destOrd="0" parTransId="{B7F4EB56-5631-8D4A-B92F-232D09BA1FD5}" sibTransId="{CE6D4C86-7033-2F41-9BB1-B243E8648E7F}"/>
    <dgm:cxn modelId="{1FFE8F60-A074-4147-B8F0-461C8580EC61}" type="presOf" srcId="{6E0B4C7C-FF80-3E41-824C-75EA9501AC77}" destId="{0AEC5A9C-A91F-4F4C-8B0C-47BB8CD988FB}" srcOrd="1" destOrd="0" presId="urn:microsoft.com/office/officeart/2005/8/layout/orgChart1"/>
    <dgm:cxn modelId="{6DE6C260-32AB-9940-B922-91EE5C173C47}" srcId="{C62CB696-F1B2-A34F-BE8F-355979319B1A}" destId="{C528CA2B-824F-5A40-A2F6-301BA3560A89}" srcOrd="2" destOrd="0" parTransId="{9BA873E2-D3E1-B944-899C-72AC87287047}" sibTransId="{7D600DE6-4B1E-374C-94C8-99ECE2AD365D}"/>
    <dgm:cxn modelId="{E1675661-6F6F-8544-83B3-282EE82E599D}" type="presOf" srcId="{35D99A83-F503-0F4B-B701-A04ED57EBED8}" destId="{10DA2F0B-4938-3E46-9AD5-D3217D552D19}" srcOrd="1" destOrd="0" presId="urn:microsoft.com/office/officeart/2005/8/layout/orgChart1"/>
    <dgm:cxn modelId="{9469FD61-DF93-794B-9890-208A811B45A9}" srcId="{F921C316-1639-C94C-8328-BE0D04A3D1D8}" destId="{C04DEFF7-1D20-D045-9EC8-ECBDDCAC831C}" srcOrd="2" destOrd="0" parTransId="{33FF25D6-B704-F14A-8D4B-DC9874BECB00}" sibTransId="{FA016431-C508-4149-BD3C-F77B83A7DDAA}"/>
    <dgm:cxn modelId="{0C5BF562-12A1-D245-BD18-1089D99D7319}" type="presOf" srcId="{C62CB696-F1B2-A34F-BE8F-355979319B1A}" destId="{CF0735B2-74C0-FA4B-96B6-2F521F4234AF}" srcOrd="1" destOrd="0" presId="urn:microsoft.com/office/officeart/2005/8/layout/orgChart1"/>
    <dgm:cxn modelId="{295E106D-018A-3C45-B194-25575C85DF0B}" srcId="{1277EEAC-D279-D441-9DF0-BFA156692900}" destId="{35D99A83-F503-0F4B-B701-A04ED57EBED8}" srcOrd="3" destOrd="0" parTransId="{16EDF19F-33A6-7049-9C33-79AD8A6282D6}" sibTransId="{787C1E8B-8E43-5544-909B-E4460B03DF79}"/>
    <dgm:cxn modelId="{181FD973-D3A7-3646-8A7A-1B3F0176DF81}" type="presOf" srcId="{42332E48-9CAF-D546-9FC3-72F7C0ACD2A0}" destId="{4827C32C-D325-0642-B7CF-A5FE2AF70684}" srcOrd="0" destOrd="0" presId="urn:microsoft.com/office/officeart/2005/8/layout/orgChart1"/>
    <dgm:cxn modelId="{76BD8275-45CF-DB49-8DBD-E931769BF9AD}" type="presOf" srcId="{0A5941A5-FA47-2C40-B238-16F55F684ABB}" destId="{7D599CFE-BF17-FC45-AC9D-7BB14C12BDCE}" srcOrd="0" destOrd="0" presId="urn:microsoft.com/office/officeart/2005/8/layout/orgChart1"/>
    <dgm:cxn modelId="{78FF5978-5B89-4E46-AF3B-942B88FD3F20}" srcId="{9CDD287D-C323-334F-8110-7E8661205AC5}" destId="{0A5941A5-FA47-2C40-B238-16F55F684ABB}" srcOrd="2" destOrd="0" parTransId="{02199AE3-9F7C-9249-9867-5037E10B0667}" sibTransId="{07802EB4-C93C-604F-A62F-5B24F6F85C48}"/>
    <dgm:cxn modelId="{D0E11079-CF99-5148-AA6F-7254678FBADD}" type="presOf" srcId="{C528CA2B-824F-5A40-A2F6-301BA3560A89}" destId="{E8198EE5-E26D-4848-B91C-E2E7F6B3358F}" srcOrd="1" destOrd="0" presId="urn:microsoft.com/office/officeart/2005/8/layout/orgChart1"/>
    <dgm:cxn modelId="{3917EF7D-BD32-A042-897F-2B4D21B654B9}" type="presOf" srcId="{42332E48-9CAF-D546-9FC3-72F7C0ACD2A0}" destId="{3DA2054A-1D3F-C640-9AF7-15B531D7CBB6}" srcOrd="1" destOrd="0" presId="urn:microsoft.com/office/officeart/2005/8/layout/orgChart1"/>
    <dgm:cxn modelId="{A5A8698B-812A-A844-8D5F-3FA6A8CD5E8D}" srcId="{C62CB696-F1B2-A34F-BE8F-355979319B1A}" destId="{9BBBD89C-2B04-0641-9F98-2334C1C33483}" srcOrd="0" destOrd="0" parTransId="{57F56B5E-9F23-8541-8C7C-649913755AD0}" sibTransId="{F2D25234-AD00-1B40-9E2B-E365FD833F94}"/>
    <dgm:cxn modelId="{0972ED8E-498F-8A4F-9825-9E65273D9508}" type="presOf" srcId="{C4BA74AB-8280-1248-91C3-6BEE37BD1872}" destId="{8CD2E794-D604-6A43-9B7B-F489D2A08C7E}" srcOrd="0" destOrd="0" presId="urn:microsoft.com/office/officeart/2005/8/layout/orgChart1"/>
    <dgm:cxn modelId="{3C2CF591-705D-6746-BE68-107FA67946B7}" type="presOf" srcId="{67E23E9B-C32A-6543-9BD6-B5409C7BE630}" destId="{52A37738-E375-C441-B227-0C8D0D298937}" srcOrd="1" destOrd="0" presId="urn:microsoft.com/office/officeart/2005/8/layout/orgChart1"/>
    <dgm:cxn modelId="{F5300092-112E-6446-B276-50F2D13162F9}" type="presOf" srcId="{2D23B1F1-06D3-DD4B-8267-BAE8F8DFDBEC}" destId="{E1B2C4A6-3E45-FE43-9551-E7EC9F1C1759}" srcOrd="0" destOrd="0" presId="urn:microsoft.com/office/officeart/2005/8/layout/orgChart1"/>
    <dgm:cxn modelId="{FBDAE595-F4BB-CA4E-86AD-17DAC7BC10CF}" type="presOf" srcId="{2965BD6D-BCC2-6343-A209-73A3322D8BBC}" destId="{B72C72C6-5BB9-CA4D-A10F-9BEB97F9C215}" srcOrd="0" destOrd="0" presId="urn:microsoft.com/office/officeart/2005/8/layout/orgChart1"/>
    <dgm:cxn modelId="{B250BE99-A4E1-CE47-8152-8C7A64A0E6D0}" type="presOf" srcId="{9BBBD89C-2B04-0641-9F98-2334C1C33483}" destId="{A34479B2-D8E6-E941-ADAF-7F851392EBDE}" srcOrd="1" destOrd="0" presId="urn:microsoft.com/office/officeart/2005/8/layout/orgChart1"/>
    <dgm:cxn modelId="{283C259E-E986-4E4E-B1CC-757523C49F7A}" srcId="{1277EEAC-D279-D441-9DF0-BFA156692900}" destId="{9CDD287D-C323-334F-8110-7E8661205AC5}" srcOrd="1" destOrd="0" parTransId="{DB006F1E-5CE3-B24F-A21C-0330E91D254B}" sibTransId="{1D1DC17D-3A41-4943-BB33-927BC073CDE9}"/>
    <dgm:cxn modelId="{DD0356A1-BA71-B647-B787-8FF7F761CC6D}" type="presOf" srcId="{35D99A83-F503-0F4B-B701-A04ED57EBED8}" destId="{50E9E0F2-1D82-714F-9CE3-57F7CCE20998}" srcOrd="0" destOrd="0" presId="urn:microsoft.com/office/officeart/2005/8/layout/orgChart1"/>
    <dgm:cxn modelId="{EF0DB2A1-0217-3647-B587-D4174F08B4CD}" type="presOf" srcId="{43ABBF15-429A-2A49-8998-1106595ABA0B}" destId="{0E8B19C6-E1E2-2342-BC22-ED0846D96C9B}" srcOrd="0" destOrd="0" presId="urn:microsoft.com/office/officeart/2005/8/layout/orgChart1"/>
    <dgm:cxn modelId="{2384CCA2-6F9B-0347-A7F6-F658BCE52CDC}" type="presOf" srcId="{EE9A608D-BDDB-F643-82A2-06FB1D3D7419}" destId="{81FFFC81-0BD4-B140-A22B-4190871F85B6}" srcOrd="0" destOrd="0" presId="urn:microsoft.com/office/officeart/2005/8/layout/orgChart1"/>
    <dgm:cxn modelId="{6C448AA4-6D55-464F-BB8E-C160D14AC352}" type="presOf" srcId="{21F660F8-F207-F941-B5CC-052C8C7FDE7C}" destId="{B2A4B143-4AF6-A34C-A713-F12400DAA1D3}" srcOrd="0" destOrd="0" presId="urn:microsoft.com/office/officeart/2005/8/layout/orgChart1"/>
    <dgm:cxn modelId="{8B0B5AA6-EFDD-C242-90D9-21F1403EA212}" type="presOf" srcId="{9CDD287D-C323-334F-8110-7E8661205AC5}" destId="{47FCBD56-FD02-5C4F-8C14-11873DA0E79F}" srcOrd="1" destOrd="0" presId="urn:microsoft.com/office/officeart/2005/8/layout/orgChart1"/>
    <dgm:cxn modelId="{1B880EA8-652C-6549-9D2C-928D3FA45A28}" type="presOf" srcId="{A71AF815-1E69-874E-B8B3-CCA78F84C2E1}" destId="{078F94E2-EC10-A14D-9BE3-CFDF8CA7396D}" srcOrd="0" destOrd="0" presId="urn:microsoft.com/office/officeart/2005/8/layout/orgChart1"/>
    <dgm:cxn modelId="{D83EFDAB-9F48-674D-8B7D-45DF778031F3}" type="presOf" srcId="{4F499FE7-2633-3841-8205-CF979F9CF0A3}" destId="{90DD6D11-3DAE-0F45-824C-480C05903F36}" srcOrd="0" destOrd="0" presId="urn:microsoft.com/office/officeart/2005/8/layout/orgChart1"/>
    <dgm:cxn modelId="{8977B1AD-7061-6B45-A71D-357649C5217E}" type="presOf" srcId="{C4BA74AB-8280-1248-91C3-6BEE37BD1872}" destId="{5223C0F1-D346-DE47-A9CA-5B777931C204}" srcOrd="1" destOrd="0" presId="urn:microsoft.com/office/officeart/2005/8/layout/orgChart1"/>
    <dgm:cxn modelId="{9CF1A6B9-0F66-E943-A804-46DF061CE2A6}" srcId="{F921C316-1639-C94C-8328-BE0D04A3D1D8}" destId="{BC2CE3D0-9D6E-764E-94A8-F0B4C3B4DC32}" srcOrd="1" destOrd="0" parTransId="{FDE08DC8-BA7F-3F45-BF60-BD20873B8874}" sibTransId="{90AB014F-446D-8448-B4E0-491833F001DA}"/>
    <dgm:cxn modelId="{D73F0CC4-BDC2-B942-B7A3-38F3A2DB9C2B}" type="presOf" srcId="{204F7CFD-DDAF-C24D-B162-789F0A00FBF2}" destId="{014A1BD8-52EA-2E48-8CBA-0854D4F785AC}" srcOrd="0" destOrd="0" presId="urn:microsoft.com/office/officeart/2005/8/layout/orgChart1"/>
    <dgm:cxn modelId="{240DC0C5-2F5D-8D41-B1DE-85B0CBD88A63}" type="presOf" srcId="{1277EEAC-D279-D441-9DF0-BFA156692900}" destId="{17336139-AF82-D74C-9787-353939D03040}" srcOrd="1" destOrd="0" presId="urn:microsoft.com/office/officeart/2005/8/layout/orgChart1"/>
    <dgm:cxn modelId="{142E8CC8-A7AD-8340-938A-9359C897EC62}" type="presOf" srcId="{6E0B4C7C-FF80-3E41-824C-75EA9501AC77}" destId="{C8ED8376-491F-4D4B-B7D9-DC348B95D873}" srcOrd="0" destOrd="0" presId="urn:microsoft.com/office/officeart/2005/8/layout/orgChart1"/>
    <dgm:cxn modelId="{B2B701CB-8EC3-804A-AC4C-967E3043D7C5}" type="presOf" srcId="{9BBBD89C-2B04-0641-9F98-2334C1C33483}" destId="{661DD054-7E41-794B-82A0-7522EB530354}" srcOrd="0" destOrd="0" presId="urn:microsoft.com/office/officeart/2005/8/layout/orgChart1"/>
    <dgm:cxn modelId="{CC11BACC-B245-5644-A422-B650B62F09C5}" type="presOf" srcId="{02199AE3-9F7C-9249-9867-5037E10B0667}" destId="{F4EF1715-B01A-A94B-8D84-6CDAA4E0BA6A}" srcOrd="0" destOrd="0" presId="urn:microsoft.com/office/officeart/2005/8/layout/orgChart1"/>
    <dgm:cxn modelId="{7BE2ECCD-FCF4-BC45-B98E-F1679818B0C5}" type="presOf" srcId="{14298AA7-A918-2B49-AD68-FAB9C739E4C0}" destId="{B055A96D-3EC1-1143-A89E-A8A021A956E5}" srcOrd="0" destOrd="0" presId="urn:microsoft.com/office/officeart/2005/8/layout/orgChart1"/>
    <dgm:cxn modelId="{41CD01D2-6FE5-DE4A-ADCE-2703A7703EFF}" type="presOf" srcId="{9CDD287D-C323-334F-8110-7E8661205AC5}" destId="{B2E0EA93-0ECA-F448-906D-C87CCA9EE1E8}" srcOrd="0" destOrd="0" presId="urn:microsoft.com/office/officeart/2005/8/layout/orgChart1"/>
    <dgm:cxn modelId="{960229D2-B435-6A49-84FA-FE20DBC0F815}" type="presOf" srcId="{FC7784FC-EEC5-9A49-A11E-6FD86519937E}" destId="{8CEA1B90-9ECA-254C-9232-4EB8FA90CDDA}" srcOrd="1" destOrd="0" presId="urn:microsoft.com/office/officeart/2005/8/layout/orgChart1"/>
    <dgm:cxn modelId="{12BCE4D3-A297-954F-A428-87DE4234BCDE}" type="presOf" srcId="{B7F4EB56-5631-8D4A-B92F-232D09BA1FD5}" destId="{5BB51D64-DCBF-B741-915E-A1D2BD31032A}" srcOrd="0" destOrd="0" presId="urn:microsoft.com/office/officeart/2005/8/layout/orgChart1"/>
    <dgm:cxn modelId="{4CEB22D4-F5C1-D04E-96EC-579CF221BDBC}" type="presOf" srcId="{541454CD-880D-3842-AD70-0345F1752566}" destId="{FB0E4D33-D65A-D144-AAC4-65C9CE52AE02}" srcOrd="0" destOrd="0" presId="urn:microsoft.com/office/officeart/2005/8/layout/orgChart1"/>
    <dgm:cxn modelId="{EA9B72D5-B4A5-2448-A7AB-2768636AEEA7}" srcId="{9CDD287D-C323-334F-8110-7E8661205AC5}" destId="{A71AF815-1E69-874E-B8B3-CCA78F84C2E1}" srcOrd="0" destOrd="0" parTransId="{BEC70156-5B16-3848-9459-1824E72069C2}" sibTransId="{DB9310E3-FEBC-B94C-82B2-2989EC7E3095}"/>
    <dgm:cxn modelId="{8A76DED8-2549-E24F-BB1A-45220BC2BDC5}" type="presOf" srcId="{C62CB696-F1B2-A34F-BE8F-355979319B1A}" destId="{7E43C790-FA6B-6941-9988-5980B8E7F48F}" srcOrd="0" destOrd="0" presId="urn:microsoft.com/office/officeart/2005/8/layout/orgChart1"/>
    <dgm:cxn modelId="{899E83D9-7BE3-F849-A54A-F3F99E68707B}" srcId="{9CDD287D-C323-334F-8110-7E8661205AC5}" destId="{FC7784FC-EEC5-9A49-A11E-6FD86519937E}" srcOrd="1" destOrd="0" parTransId="{5559A57D-71A2-BF4C-9EAE-E5F3ECD53B34}" sibTransId="{7E6BF83E-85CE-5A41-8611-62A0F5817BD8}"/>
    <dgm:cxn modelId="{98FE9ED9-9E0D-8B40-A226-C2C3FF7CEBD7}" type="presOf" srcId="{5CC50400-A8BC-9B48-BC12-5992FC75E62E}" destId="{87F51C90-755E-F540-8F6A-AB7729C4F239}" srcOrd="0" destOrd="0" presId="urn:microsoft.com/office/officeart/2005/8/layout/orgChart1"/>
    <dgm:cxn modelId="{1E198ADA-4634-F246-ADC8-72A3328547A3}" type="presOf" srcId="{C04DEFF7-1D20-D045-9EC8-ECBDDCAC831C}" destId="{645CF69C-C282-4A44-B958-D658761B6EBA}" srcOrd="0" destOrd="0" presId="urn:microsoft.com/office/officeart/2005/8/layout/orgChart1"/>
    <dgm:cxn modelId="{375AA1DF-C65B-9E4D-A816-280DB2632B65}" type="presOf" srcId="{0A5941A5-FA47-2C40-B238-16F55F684ABB}" destId="{1066F288-E5A6-5048-996D-464F91C8B697}" srcOrd="1" destOrd="0" presId="urn:microsoft.com/office/officeart/2005/8/layout/orgChart1"/>
    <dgm:cxn modelId="{2B39CAE1-FB2E-5F4F-A68E-D484D7179870}" srcId="{2D23B1F1-06D3-DD4B-8267-BAE8F8DFDBEC}" destId="{C4BA74AB-8280-1248-91C3-6BEE37BD1872}" srcOrd="2" destOrd="0" parTransId="{14298AA7-A918-2B49-AD68-FAB9C739E4C0}" sibTransId="{5174A24D-0F65-3E42-BCAD-DA69D58B466F}"/>
    <dgm:cxn modelId="{8D96E3E1-075D-2744-AEED-F60D5A797DF8}" srcId="{2D23B1F1-06D3-DD4B-8267-BAE8F8DFDBEC}" destId="{6E0B4C7C-FF80-3E41-824C-75EA9501AC77}" srcOrd="0" destOrd="0" parTransId="{2965BD6D-BCC2-6343-A209-73A3322D8BBC}" sibTransId="{9722BE5C-3006-404B-8E15-CAFBB4971FD9}"/>
    <dgm:cxn modelId="{84BF1AE7-EEB7-3643-9796-574808120FF5}" type="presOf" srcId="{B2897662-ADB8-AB4B-B824-E5F0DB45FE9A}" destId="{E8816B7A-E45A-D64F-8CA8-01D07FFA252E}" srcOrd="0" destOrd="0" presId="urn:microsoft.com/office/officeart/2005/8/layout/orgChart1"/>
    <dgm:cxn modelId="{5545DEE8-5CD9-D147-A913-F9960B0E8E7C}" srcId="{43ABBF15-429A-2A49-8998-1106595ABA0B}" destId="{1277EEAC-D279-D441-9DF0-BFA156692900}" srcOrd="0" destOrd="0" parTransId="{081B8E0E-B6E3-534B-A977-05D9731A3749}" sibTransId="{EB4F789B-3952-AB43-B10F-BC80A2557CCB}"/>
    <dgm:cxn modelId="{A032A3E9-AF3C-DC45-B3C1-A208B46731D6}" type="presOf" srcId="{A5C2AA4D-8F88-2C44-8573-F7970367DEE7}" destId="{89C73366-0752-BF40-9CAE-1E7B3033E257}" srcOrd="0" destOrd="0" presId="urn:microsoft.com/office/officeart/2005/8/layout/orgChart1"/>
    <dgm:cxn modelId="{597889EC-5268-764F-B54E-258F227E529C}" type="presOf" srcId="{9A1C15A5-114B-DF47-8AB0-2A1E4FDA596A}" destId="{E719A462-C298-0443-A0D5-842375348FE3}" srcOrd="0" destOrd="0" presId="urn:microsoft.com/office/officeart/2005/8/layout/orgChart1"/>
    <dgm:cxn modelId="{FED358ED-FE17-CE44-9337-B2F2B7C5FB61}" type="presOf" srcId="{B2897662-ADB8-AB4B-B824-E5F0DB45FE9A}" destId="{DAC1CC84-511D-0D4D-93C9-16B4006C76AE}" srcOrd="1" destOrd="0" presId="urn:microsoft.com/office/officeart/2005/8/layout/orgChart1"/>
    <dgm:cxn modelId="{B85302F2-93A2-3741-A6CE-526B90F5F467}" srcId="{35D99A83-F503-0F4B-B701-A04ED57EBED8}" destId="{5806001F-4E00-8D4D-BB5E-5DB05DA5CE97}" srcOrd="2" destOrd="0" parTransId="{A5C2AA4D-8F88-2C44-8573-F7970367DEE7}" sibTransId="{8567CF42-FD68-8B4F-A77C-A7060EE46DD1}"/>
    <dgm:cxn modelId="{3F4EFFF2-C4D8-CD4B-9158-AB20DB95419C}" type="presOf" srcId="{5806001F-4E00-8D4D-BB5E-5DB05DA5CE97}" destId="{8A1182CD-2589-A341-8EFF-5897C5047DBB}" srcOrd="1" destOrd="0" presId="urn:microsoft.com/office/officeart/2005/8/layout/orgChart1"/>
    <dgm:cxn modelId="{BA943CF8-E1A4-5E4C-BCEA-017A07902FF1}" type="presOf" srcId="{FC7784FC-EEC5-9A49-A11E-6FD86519937E}" destId="{3CA5CE02-5D97-954C-B8F5-4043221E8334}" srcOrd="0" destOrd="0" presId="urn:microsoft.com/office/officeart/2005/8/layout/orgChart1"/>
    <dgm:cxn modelId="{B1B388F8-889F-1644-B00F-153832569BB7}" type="presOf" srcId="{67E23E9B-C32A-6543-9BD6-B5409C7BE630}" destId="{197752D9-9406-E045-804E-FFD001279680}" srcOrd="0" destOrd="0" presId="urn:microsoft.com/office/officeart/2005/8/layout/orgChart1"/>
    <dgm:cxn modelId="{C51F0993-E892-DC42-8894-334A1D572798}" type="presParOf" srcId="{0E8B19C6-E1E2-2342-BC22-ED0846D96C9B}" destId="{45389F23-59AD-574D-8E42-2D4A0F1C7D0E}" srcOrd="0" destOrd="0" presId="urn:microsoft.com/office/officeart/2005/8/layout/orgChart1"/>
    <dgm:cxn modelId="{211C05F0-F833-D443-93B2-A2E8443BD1FC}" type="presParOf" srcId="{45389F23-59AD-574D-8E42-2D4A0F1C7D0E}" destId="{18548840-EBCA-924D-88B0-5CF2E3EC9704}" srcOrd="0" destOrd="0" presId="urn:microsoft.com/office/officeart/2005/8/layout/orgChart1"/>
    <dgm:cxn modelId="{CE8E343A-ABD1-D645-8020-6D344DBF4D1D}" type="presParOf" srcId="{18548840-EBCA-924D-88B0-5CF2E3EC9704}" destId="{6FA0D3D2-D650-1044-99FE-CBAEA6B41248}" srcOrd="0" destOrd="0" presId="urn:microsoft.com/office/officeart/2005/8/layout/orgChart1"/>
    <dgm:cxn modelId="{83DD66E5-01D3-664B-866B-5F85C00828E4}" type="presParOf" srcId="{18548840-EBCA-924D-88B0-5CF2E3EC9704}" destId="{17336139-AF82-D74C-9787-353939D03040}" srcOrd="1" destOrd="0" presId="urn:microsoft.com/office/officeart/2005/8/layout/orgChart1"/>
    <dgm:cxn modelId="{410D0ACA-7018-CB43-9219-1DAAEB5431E8}" type="presParOf" srcId="{45389F23-59AD-574D-8E42-2D4A0F1C7D0E}" destId="{5041323A-E4EC-CA4D-9014-7E6CA17B013C}" srcOrd="1" destOrd="0" presId="urn:microsoft.com/office/officeart/2005/8/layout/orgChart1"/>
    <dgm:cxn modelId="{2E41BD9D-9822-0A4C-A69D-2F6A9979A9B4}" type="presParOf" srcId="{5041323A-E4EC-CA4D-9014-7E6CA17B013C}" destId="{5BB51D64-DCBF-B741-915E-A1D2BD31032A}" srcOrd="0" destOrd="0" presId="urn:microsoft.com/office/officeart/2005/8/layout/orgChart1"/>
    <dgm:cxn modelId="{D5123824-0B69-7449-B45F-968D4F7532E9}" type="presParOf" srcId="{5041323A-E4EC-CA4D-9014-7E6CA17B013C}" destId="{D007D78E-0F0F-BD42-A3B6-C8084470E0DD}" srcOrd="1" destOrd="0" presId="urn:microsoft.com/office/officeart/2005/8/layout/orgChart1"/>
    <dgm:cxn modelId="{3F943229-3DDC-974C-B5CF-312530CB008D}" type="presParOf" srcId="{D007D78E-0F0F-BD42-A3B6-C8084470E0DD}" destId="{EB1F5358-952D-0942-AC30-918A1727D0B6}" srcOrd="0" destOrd="0" presId="urn:microsoft.com/office/officeart/2005/8/layout/orgChart1"/>
    <dgm:cxn modelId="{C01C4CF4-180F-6A44-88F3-D7750695D06C}" type="presParOf" srcId="{EB1F5358-952D-0942-AC30-918A1727D0B6}" destId="{E1B2C4A6-3E45-FE43-9551-E7EC9F1C1759}" srcOrd="0" destOrd="0" presId="urn:microsoft.com/office/officeart/2005/8/layout/orgChart1"/>
    <dgm:cxn modelId="{35C2FD0D-3B4C-8546-BEAE-9EF7B1C18162}" type="presParOf" srcId="{EB1F5358-952D-0942-AC30-918A1727D0B6}" destId="{35E3E661-7F29-5743-ABAD-507ED896C704}" srcOrd="1" destOrd="0" presId="urn:microsoft.com/office/officeart/2005/8/layout/orgChart1"/>
    <dgm:cxn modelId="{5BF3A7CD-D61C-3544-80A8-C669191CC9C6}" type="presParOf" srcId="{D007D78E-0F0F-BD42-A3B6-C8084470E0DD}" destId="{293B0626-CEE2-4448-8A78-DD52212B5715}" srcOrd="1" destOrd="0" presId="urn:microsoft.com/office/officeart/2005/8/layout/orgChart1"/>
    <dgm:cxn modelId="{491BA31C-E6F1-7647-9921-2480DCFE9C8B}" type="presParOf" srcId="{293B0626-CEE2-4448-8A78-DD52212B5715}" destId="{B72C72C6-5BB9-CA4D-A10F-9BEB97F9C215}" srcOrd="0" destOrd="0" presId="urn:microsoft.com/office/officeart/2005/8/layout/orgChart1"/>
    <dgm:cxn modelId="{07AA3805-8C25-7741-A5D0-BC86085FCA13}" type="presParOf" srcId="{293B0626-CEE2-4448-8A78-DD52212B5715}" destId="{20307C51-3BFE-3446-864E-1436C6461A7A}" srcOrd="1" destOrd="0" presId="urn:microsoft.com/office/officeart/2005/8/layout/orgChart1"/>
    <dgm:cxn modelId="{06A3CAA7-6798-4F45-A2CD-268FC009DC10}" type="presParOf" srcId="{20307C51-3BFE-3446-864E-1436C6461A7A}" destId="{CBBE7754-D991-D343-8A4D-107D8DBC454D}" srcOrd="0" destOrd="0" presId="urn:microsoft.com/office/officeart/2005/8/layout/orgChart1"/>
    <dgm:cxn modelId="{906160A8-621A-0A49-A0B8-FAEC346610A9}" type="presParOf" srcId="{CBBE7754-D991-D343-8A4D-107D8DBC454D}" destId="{C8ED8376-491F-4D4B-B7D9-DC348B95D873}" srcOrd="0" destOrd="0" presId="urn:microsoft.com/office/officeart/2005/8/layout/orgChart1"/>
    <dgm:cxn modelId="{AB3457D8-8343-F742-BA70-B4E940546E43}" type="presParOf" srcId="{CBBE7754-D991-D343-8A4D-107D8DBC454D}" destId="{0AEC5A9C-A91F-4F4C-8B0C-47BB8CD988FB}" srcOrd="1" destOrd="0" presId="urn:microsoft.com/office/officeart/2005/8/layout/orgChart1"/>
    <dgm:cxn modelId="{AAAC14B4-6C7D-1249-AF60-BE3E4636BBD7}" type="presParOf" srcId="{20307C51-3BFE-3446-864E-1436C6461A7A}" destId="{3EE1DB5B-3734-2A47-9DC2-65BA82B58BE7}" srcOrd="1" destOrd="0" presId="urn:microsoft.com/office/officeart/2005/8/layout/orgChart1"/>
    <dgm:cxn modelId="{B6722322-F3A1-2B44-ACCD-294243F7235A}" type="presParOf" srcId="{20307C51-3BFE-3446-864E-1436C6461A7A}" destId="{071560C8-59A7-E84E-8FC6-F85BE30A7CFA}" srcOrd="2" destOrd="0" presId="urn:microsoft.com/office/officeart/2005/8/layout/orgChart1"/>
    <dgm:cxn modelId="{468FF3F1-23C5-AF4F-AF70-B07303209178}" type="presParOf" srcId="{293B0626-CEE2-4448-8A78-DD52212B5715}" destId="{4FF4F3E0-BE99-0747-BF15-6AF5481678FF}" srcOrd="2" destOrd="0" presId="urn:microsoft.com/office/officeart/2005/8/layout/orgChart1"/>
    <dgm:cxn modelId="{1C8ACAA5-F76D-CC4F-8F27-468D85CB2395}" type="presParOf" srcId="{293B0626-CEE2-4448-8A78-DD52212B5715}" destId="{0408FC33-94F8-BC45-8066-067DFF4DF25C}" srcOrd="3" destOrd="0" presId="urn:microsoft.com/office/officeart/2005/8/layout/orgChart1"/>
    <dgm:cxn modelId="{01285310-4D5F-024A-9DE4-920AC1415812}" type="presParOf" srcId="{0408FC33-94F8-BC45-8066-067DFF4DF25C}" destId="{EA30C851-6F55-684A-9E79-4B1C70E90F8A}" srcOrd="0" destOrd="0" presId="urn:microsoft.com/office/officeart/2005/8/layout/orgChart1"/>
    <dgm:cxn modelId="{549165CA-9077-134D-9017-593D08AB6807}" type="presParOf" srcId="{EA30C851-6F55-684A-9E79-4B1C70E90F8A}" destId="{C28BB3D0-4052-4A40-9FF7-DE4B100DF145}" srcOrd="0" destOrd="0" presId="urn:microsoft.com/office/officeart/2005/8/layout/orgChart1"/>
    <dgm:cxn modelId="{28B1193A-3F66-164D-B271-4426B51EC1F8}" type="presParOf" srcId="{EA30C851-6F55-684A-9E79-4B1C70E90F8A}" destId="{967008D1-27B6-044A-B482-2615AD2B6118}" srcOrd="1" destOrd="0" presId="urn:microsoft.com/office/officeart/2005/8/layout/orgChart1"/>
    <dgm:cxn modelId="{89BE4C29-00E7-E44D-9D53-0E5EA0358336}" type="presParOf" srcId="{0408FC33-94F8-BC45-8066-067DFF4DF25C}" destId="{0D1C134C-87D2-EA47-B904-DFB63B9CB301}" srcOrd="1" destOrd="0" presId="urn:microsoft.com/office/officeart/2005/8/layout/orgChart1"/>
    <dgm:cxn modelId="{FBC7829E-70C3-3B44-827C-572EF51395A8}" type="presParOf" srcId="{0408FC33-94F8-BC45-8066-067DFF4DF25C}" destId="{8BE99955-3A09-734D-AC7F-37209BB6CB29}" srcOrd="2" destOrd="0" presId="urn:microsoft.com/office/officeart/2005/8/layout/orgChart1"/>
    <dgm:cxn modelId="{388F50F5-080A-B144-AF6F-3619A3A248D7}" type="presParOf" srcId="{293B0626-CEE2-4448-8A78-DD52212B5715}" destId="{B055A96D-3EC1-1143-A89E-A8A021A956E5}" srcOrd="4" destOrd="0" presId="urn:microsoft.com/office/officeart/2005/8/layout/orgChart1"/>
    <dgm:cxn modelId="{D50353AD-4EFA-8E45-94FD-04354C5AAA49}" type="presParOf" srcId="{293B0626-CEE2-4448-8A78-DD52212B5715}" destId="{27F69117-5519-2648-AF5C-CFE93C77B1D2}" srcOrd="5" destOrd="0" presId="urn:microsoft.com/office/officeart/2005/8/layout/orgChart1"/>
    <dgm:cxn modelId="{C4AB9F2B-D881-C643-B696-A3E78F137017}" type="presParOf" srcId="{27F69117-5519-2648-AF5C-CFE93C77B1D2}" destId="{D2F07AC8-3FA6-344B-8604-B6DCD0089981}" srcOrd="0" destOrd="0" presId="urn:microsoft.com/office/officeart/2005/8/layout/orgChart1"/>
    <dgm:cxn modelId="{F1AE5289-99EC-1941-9872-BBBCEE5189AC}" type="presParOf" srcId="{D2F07AC8-3FA6-344B-8604-B6DCD0089981}" destId="{8CD2E794-D604-6A43-9B7B-F489D2A08C7E}" srcOrd="0" destOrd="0" presId="urn:microsoft.com/office/officeart/2005/8/layout/orgChart1"/>
    <dgm:cxn modelId="{DBEAA134-9226-004B-9EDB-8DCC4A45CEDB}" type="presParOf" srcId="{D2F07AC8-3FA6-344B-8604-B6DCD0089981}" destId="{5223C0F1-D346-DE47-A9CA-5B777931C204}" srcOrd="1" destOrd="0" presId="urn:microsoft.com/office/officeart/2005/8/layout/orgChart1"/>
    <dgm:cxn modelId="{1FED9500-0D18-FD4A-B056-080685123975}" type="presParOf" srcId="{27F69117-5519-2648-AF5C-CFE93C77B1D2}" destId="{87366AE9-58EF-CE4F-9278-7643E2495F7C}" srcOrd="1" destOrd="0" presId="urn:microsoft.com/office/officeart/2005/8/layout/orgChart1"/>
    <dgm:cxn modelId="{DE1A277A-9526-8544-9529-2DF6381CE404}" type="presParOf" srcId="{27F69117-5519-2648-AF5C-CFE93C77B1D2}" destId="{D2FE6A10-0D8F-6B4B-B694-4CDE9AFA2A23}" srcOrd="2" destOrd="0" presId="urn:microsoft.com/office/officeart/2005/8/layout/orgChart1"/>
    <dgm:cxn modelId="{8F8F3ACB-D495-C546-A287-B9DA54FFC712}" type="presParOf" srcId="{D007D78E-0F0F-BD42-A3B6-C8084470E0DD}" destId="{E3E2EC98-F809-0242-95D4-A9F5C920899B}" srcOrd="2" destOrd="0" presId="urn:microsoft.com/office/officeart/2005/8/layout/orgChart1"/>
    <dgm:cxn modelId="{91744917-BB15-4348-93C9-3FE3BA36D9C5}" type="presParOf" srcId="{5041323A-E4EC-CA4D-9014-7E6CA17B013C}" destId="{2004641C-86A7-5F42-AAE3-76FD389BA6AB}" srcOrd="2" destOrd="0" presId="urn:microsoft.com/office/officeart/2005/8/layout/orgChart1"/>
    <dgm:cxn modelId="{4C8FDC7B-B4E2-E349-824C-6FDC0AA9E5AF}" type="presParOf" srcId="{5041323A-E4EC-CA4D-9014-7E6CA17B013C}" destId="{2FD16110-A645-F749-923A-B2D5B88B1360}" srcOrd="3" destOrd="0" presId="urn:microsoft.com/office/officeart/2005/8/layout/orgChart1"/>
    <dgm:cxn modelId="{C4D1F8F2-DE0C-CC4E-A9D8-869A0FEFE077}" type="presParOf" srcId="{2FD16110-A645-F749-923A-B2D5B88B1360}" destId="{C0BA1E56-BCC6-D847-A2FC-3BB603AAAE19}" srcOrd="0" destOrd="0" presId="urn:microsoft.com/office/officeart/2005/8/layout/orgChart1"/>
    <dgm:cxn modelId="{5A232EF0-78E1-854B-BCD3-56DED59B78E6}" type="presParOf" srcId="{C0BA1E56-BCC6-D847-A2FC-3BB603AAAE19}" destId="{B2E0EA93-0ECA-F448-906D-C87CCA9EE1E8}" srcOrd="0" destOrd="0" presId="urn:microsoft.com/office/officeart/2005/8/layout/orgChart1"/>
    <dgm:cxn modelId="{E2A6670D-9DC3-3447-BEE3-8657325D5651}" type="presParOf" srcId="{C0BA1E56-BCC6-D847-A2FC-3BB603AAAE19}" destId="{47FCBD56-FD02-5C4F-8C14-11873DA0E79F}" srcOrd="1" destOrd="0" presId="urn:microsoft.com/office/officeart/2005/8/layout/orgChart1"/>
    <dgm:cxn modelId="{4E8F667D-B824-7A45-BE57-06D04630248B}" type="presParOf" srcId="{2FD16110-A645-F749-923A-B2D5B88B1360}" destId="{1DE1EFBA-E061-9745-8DFF-9E0DE00E330A}" srcOrd="1" destOrd="0" presId="urn:microsoft.com/office/officeart/2005/8/layout/orgChart1"/>
    <dgm:cxn modelId="{373116D4-FA15-0B48-818B-3558EA5F2200}" type="presParOf" srcId="{1DE1EFBA-E061-9745-8DFF-9E0DE00E330A}" destId="{8D49D586-DCBE-5A41-BB7C-65ACFAC803F5}" srcOrd="0" destOrd="0" presId="urn:microsoft.com/office/officeart/2005/8/layout/orgChart1"/>
    <dgm:cxn modelId="{7FB3BA52-82A1-AF4C-8F70-EF5B4FE30475}" type="presParOf" srcId="{1DE1EFBA-E061-9745-8DFF-9E0DE00E330A}" destId="{1C2B0CF2-3CA6-D54F-95C2-0CD14E7D4CB8}" srcOrd="1" destOrd="0" presId="urn:microsoft.com/office/officeart/2005/8/layout/orgChart1"/>
    <dgm:cxn modelId="{4EDB63AF-DC8E-A74D-9CEA-F4E2824D9424}" type="presParOf" srcId="{1C2B0CF2-3CA6-D54F-95C2-0CD14E7D4CB8}" destId="{4F5B338D-7509-684B-9114-171BEF811FD9}" srcOrd="0" destOrd="0" presId="urn:microsoft.com/office/officeart/2005/8/layout/orgChart1"/>
    <dgm:cxn modelId="{D8DB29E9-42D6-9946-A629-0096D43DC010}" type="presParOf" srcId="{4F5B338D-7509-684B-9114-171BEF811FD9}" destId="{078F94E2-EC10-A14D-9BE3-CFDF8CA7396D}" srcOrd="0" destOrd="0" presId="urn:microsoft.com/office/officeart/2005/8/layout/orgChart1"/>
    <dgm:cxn modelId="{B68A4FEB-462A-7342-B56F-179287007AAB}" type="presParOf" srcId="{4F5B338D-7509-684B-9114-171BEF811FD9}" destId="{7D82928B-478F-3940-AC29-6F322F6D0270}" srcOrd="1" destOrd="0" presId="urn:microsoft.com/office/officeart/2005/8/layout/orgChart1"/>
    <dgm:cxn modelId="{AACF2AA3-46F8-D543-80AA-74B45F4C632B}" type="presParOf" srcId="{1C2B0CF2-3CA6-D54F-95C2-0CD14E7D4CB8}" destId="{8C4BB4A1-1DA2-E54D-BA13-9684E041C322}" srcOrd="1" destOrd="0" presId="urn:microsoft.com/office/officeart/2005/8/layout/orgChart1"/>
    <dgm:cxn modelId="{A2B49EC4-C0A8-4343-8B05-86C0098A6BED}" type="presParOf" srcId="{1C2B0CF2-3CA6-D54F-95C2-0CD14E7D4CB8}" destId="{29381E64-28F3-3C4D-A2EF-71D900CE3954}" srcOrd="2" destOrd="0" presId="urn:microsoft.com/office/officeart/2005/8/layout/orgChart1"/>
    <dgm:cxn modelId="{9599AF5E-CBB7-A14C-8EEF-C471F2453359}" type="presParOf" srcId="{1DE1EFBA-E061-9745-8DFF-9E0DE00E330A}" destId="{0AB8B1E1-C127-1C4B-8736-90F41B801297}" srcOrd="2" destOrd="0" presId="urn:microsoft.com/office/officeart/2005/8/layout/orgChart1"/>
    <dgm:cxn modelId="{50ABC84B-0EC3-874D-9044-DF51158D845D}" type="presParOf" srcId="{1DE1EFBA-E061-9745-8DFF-9E0DE00E330A}" destId="{1BFE673D-F7A4-8C46-8AC8-3BA65E852CC3}" srcOrd="3" destOrd="0" presId="urn:microsoft.com/office/officeart/2005/8/layout/orgChart1"/>
    <dgm:cxn modelId="{DC1D2BA7-E9DE-9442-AF0E-CC2F34DA09B6}" type="presParOf" srcId="{1BFE673D-F7A4-8C46-8AC8-3BA65E852CC3}" destId="{2305A1A1-EF56-974B-82EE-44DFB047B2C6}" srcOrd="0" destOrd="0" presId="urn:microsoft.com/office/officeart/2005/8/layout/orgChart1"/>
    <dgm:cxn modelId="{C82413CB-75C6-254C-8902-ABB135F6AF96}" type="presParOf" srcId="{2305A1A1-EF56-974B-82EE-44DFB047B2C6}" destId="{3CA5CE02-5D97-954C-B8F5-4043221E8334}" srcOrd="0" destOrd="0" presId="urn:microsoft.com/office/officeart/2005/8/layout/orgChart1"/>
    <dgm:cxn modelId="{9E908382-1A5F-9147-9856-80D944DE7324}" type="presParOf" srcId="{2305A1A1-EF56-974B-82EE-44DFB047B2C6}" destId="{8CEA1B90-9ECA-254C-9232-4EB8FA90CDDA}" srcOrd="1" destOrd="0" presId="urn:microsoft.com/office/officeart/2005/8/layout/orgChart1"/>
    <dgm:cxn modelId="{5D7319CE-F82F-DA4D-B579-E2EA380976F5}" type="presParOf" srcId="{1BFE673D-F7A4-8C46-8AC8-3BA65E852CC3}" destId="{5B8E8D3E-7D58-A444-84C3-7B9925307F8B}" srcOrd="1" destOrd="0" presId="urn:microsoft.com/office/officeart/2005/8/layout/orgChart1"/>
    <dgm:cxn modelId="{0F0203BE-6BD3-C54E-9508-7A2877A1AD33}" type="presParOf" srcId="{1BFE673D-F7A4-8C46-8AC8-3BA65E852CC3}" destId="{8D8B189D-5BC1-6749-AC7B-F292289551C2}" srcOrd="2" destOrd="0" presId="urn:microsoft.com/office/officeart/2005/8/layout/orgChart1"/>
    <dgm:cxn modelId="{5354550B-533D-1147-BE09-D9A5CDEB5EE5}" type="presParOf" srcId="{1DE1EFBA-E061-9745-8DFF-9E0DE00E330A}" destId="{F4EF1715-B01A-A94B-8D84-6CDAA4E0BA6A}" srcOrd="4" destOrd="0" presId="urn:microsoft.com/office/officeart/2005/8/layout/orgChart1"/>
    <dgm:cxn modelId="{5CAC764B-7321-4B4C-89CA-1B84668EA49F}" type="presParOf" srcId="{1DE1EFBA-E061-9745-8DFF-9E0DE00E330A}" destId="{B9DD7FB6-2A4C-DD40-9F07-6FC2984CEB7E}" srcOrd="5" destOrd="0" presId="urn:microsoft.com/office/officeart/2005/8/layout/orgChart1"/>
    <dgm:cxn modelId="{5468A08D-628E-AC4B-B8F8-4C9E9A5CDEEF}" type="presParOf" srcId="{B9DD7FB6-2A4C-DD40-9F07-6FC2984CEB7E}" destId="{7C94BB2F-5E1B-5D4C-92C3-32C3A1407D68}" srcOrd="0" destOrd="0" presId="urn:microsoft.com/office/officeart/2005/8/layout/orgChart1"/>
    <dgm:cxn modelId="{66C6A36A-5571-7147-ABF4-3F16FF42F33C}" type="presParOf" srcId="{7C94BB2F-5E1B-5D4C-92C3-32C3A1407D68}" destId="{7D599CFE-BF17-FC45-AC9D-7BB14C12BDCE}" srcOrd="0" destOrd="0" presId="urn:microsoft.com/office/officeart/2005/8/layout/orgChart1"/>
    <dgm:cxn modelId="{F61AEA54-16FC-1244-A7C6-55410B257696}" type="presParOf" srcId="{7C94BB2F-5E1B-5D4C-92C3-32C3A1407D68}" destId="{1066F288-E5A6-5048-996D-464F91C8B697}" srcOrd="1" destOrd="0" presId="urn:microsoft.com/office/officeart/2005/8/layout/orgChart1"/>
    <dgm:cxn modelId="{2C7DB9E9-E9D7-4E45-ADF4-44C681F5D2AE}" type="presParOf" srcId="{B9DD7FB6-2A4C-DD40-9F07-6FC2984CEB7E}" destId="{0AB54B86-44A4-C847-9D63-03926AA0846F}" srcOrd="1" destOrd="0" presId="urn:microsoft.com/office/officeart/2005/8/layout/orgChart1"/>
    <dgm:cxn modelId="{620F86A0-6131-7546-AC86-A73DB692FA69}" type="presParOf" srcId="{B9DD7FB6-2A4C-DD40-9F07-6FC2984CEB7E}" destId="{1A839284-0B74-1F41-92CB-03D3724FC8F7}" srcOrd="2" destOrd="0" presId="urn:microsoft.com/office/officeart/2005/8/layout/orgChart1"/>
    <dgm:cxn modelId="{7C0CBCFB-A117-164F-BA8A-8C289E9B03F6}" type="presParOf" srcId="{2FD16110-A645-F749-923A-B2D5B88B1360}" destId="{EB75F44F-DCD4-AD45-8B1B-4FE0A1A4B1BD}" srcOrd="2" destOrd="0" presId="urn:microsoft.com/office/officeart/2005/8/layout/orgChart1"/>
    <dgm:cxn modelId="{2777CE0C-AA07-884F-91CB-767DE419AADF}" type="presParOf" srcId="{5041323A-E4EC-CA4D-9014-7E6CA17B013C}" destId="{81FFFC81-0BD4-B140-A22B-4190871F85B6}" srcOrd="4" destOrd="0" presId="urn:microsoft.com/office/officeart/2005/8/layout/orgChart1"/>
    <dgm:cxn modelId="{40DF2D27-D7FD-9547-95A5-F7FBCCAF78EE}" type="presParOf" srcId="{5041323A-E4EC-CA4D-9014-7E6CA17B013C}" destId="{9564CC7B-59D0-8044-8327-D07ADDBA0CEF}" srcOrd="5" destOrd="0" presId="urn:microsoft.com/office/officeart/2005/8/layout/orgChart1"/>
    <dgm:cxn modelId="{B18992BC-F2A0-5B44-8951-6D8CA7252132}" type="presParOf" srcId="{9564CC7B-59D0-8044-8327-D07ADDBA0CEF}" destId="{43267959-D27C-8049-B08D-60191C2ECC9D}" srcOrd="0" destOrd="0" presId="urn:microsoft.com/office/officeart/2005/8/layout/orgChart1"/>
    <dgm:cxn modelId="{D40C7F0D-7BF3-F041-A7DD-017BE2F2171A}" type="presParOf" srcId="{43267959-D27C-8049-B08D-60191C2ECC9D}" destId="{14A1EFE2-A4D4-6541-9D27-541758795F50}" srcOrd="0" destOrd="0" presId="urn:microsoft.com/office/officeart/2005/8/layout/orgChart1"/>
    <dgm:cxn modelId="{E2C33612-863F-CC46-9F56-CF9447FA7A9D}" type="presParOf" srcId="{43267959-D27C-8049-B08D-60191C2ECC9D}" destId="{3337B9FB-B00F-3546-B34E-D39BE14D39AF}" srcOrd="1" destOrd="0" presId="urn:microsoft.com/office/officeart/2005/8/layout/orgChart1"/>
    <dgm:cxn modelId="{66B21BC6-11E3-714B-97F1-929451E88C1E}" type="presParOf" srcId="{9564CC7B-59D0-8044-8327-D07ADDBA0CEF}" destId="{EE03B8D1-4244-1249-9869-CEA6B39D5248}" srcOrd="1" destOrd="0" presId="urn:microsoft.com/office/officeart/2005/8/layout/orgChart1"/>
    <dgm:cxn modelId="{8FF7A9BC-CA9B-9743-83E1-3A9AB8E3A511}" type="presParOf" srcId="{EE03B8D1-4244-1249-9869-CEA6B39D5248}" destId="{90DD6D11-3DAE-0F45-824C-480C05903F36}" srcOrd="0" destOrd="0" presId="urn:microsoft.com/office/officeart/2005/8/layout/orgChart1"/>
    <dgm:cxn modelId="{41967E5C-D80D-6541-94DB-D0DD16BAD4D6}" type="presParOf" srcId="{EE03B8D1-4244-1249-9869-CEA6B39D5248}" destId="{C09CA064-5CC4-1643-BE1F-FF5C878B5A69}" srcOrd="1" destOrd="0" presId="urn:microsoft.com/office/officeart/2005/8/layout/orgChart1"/>
    <dgm:cxn modelId="{38D773AC-9692-2A41-9006-29785C7E1E2D}" type="presParOf" srcId="{C09CA064-5CC4-1643-BE1F-FF5C878B5A69}" destId="{8BF859C9-3CFF-A74F-BF35-03CDD8A68BB8}" srcOrd="0" destOrd="0" presId="urn:microsoft.com/office/officeart/2005/8/layout/orgChart1"/>
    <dgm:cxn modelId="{B3BF6A7D-B72F-FD4F-A59D-2610E5784C25}" type="presParOf" srcId="{8BF859C9-3CFF-A74F-BF35-03CDD8A68BB8}" destId="{4827C32C-D325-0642-B7CF-A5FE2AF70684}" srcOrd="0" destOrd="0" presId="urn:microsoft.com/office/officeart/2005/8/layout/orgChart1"/>
    <dgm:cxn modelId="{89E9AF65-0FB4-5942-A608-D20D42D9CF39}" type="presParOf" srcId="{8BF859C9-3CFF-A74F-BF35-03CDD8A68BB8}" destId="{3DA2054A-1D3F-C640-9AF7-15B531D7CBB6}" srcOrd="1" destOrd="0" presId="urn:microsoft.com/office/officeart/2005/8/layout/orgChart1"/>
    <dgm:cxn modelId="{E438AE2B-7894-AF4C-96BD-4DAD7EFD3CFB}" type="presParOf" srcId="{C09CA064-5CC4-1643-BE1F-FF5C878B5A69}" destId="{4A312C18-A350-5747-8C6B-5DE52347DDF9}" srcOrd="1" destOrd="0" presId="urn:microsoft.com/office/officeart/2005/8/layout/orgChart1"/>
    <dgm:cxn modelId="{A6E35ECD-39F9-7947-A981-7602C82B27B0}" type="presParOf" srcId="{C09CA064-5CC4-1643-BE1F-FF5C878B5A69}" destId="{13B1618C-2810-C040-9C02-2845FE0F605B}" srcOrd="2" destOrd="0" presId="urn:microsoft.com/office/officeart/2005/8/layout/orgChart1"/>
    <dgm:cxn modelId="{D77F5887-9AEB-A842-A40B-6F736D788DEE}" type="presParOf" srcId="{EE03B8D1-4244-1249-9869-CEA6B39D5248}" destId="{D67365C2-ECF0-9943-8AC6-C76033DA1A38}" srcOrd="2" destOrd="0" presId="urn:microsoft.com/office/officeart/2005/8/layout/orgChart1"/>
    <dgm:cxn modelId="{EDCAAA7A-E1E3-4A4E-B1F8-E0CB37475853}" type="presParOf" srcId="{EE03B8D1-4244-1249-9869-CEA6B39D5248}" destId="{95B772BF-595E-7F4A-BCB4-D4957E455719}" srcOrd="3" destOrd="0" presId="urn:microsoft.com/office/officeart/2005/8/layout/orgChart1"/>
    <dgm:cxn modelId="{2150413B-870B-0949-B4F0-C26B0932D069}" type="presParOf" srcId="{95B772BF-595E-7F4A-BCB4-D4957E455719}" destId="{DE8286C0-9480-1849-A73B-2AABFFCFA7A0}" srcOrd="0" destOrd="0" presId="urn:microsoft.com/office/officeart/2005/8/layout/orgChart1"/>
    <dgm:cxn modelId="{4A734FA3-6EB2-1046-973E-BAD593096996}" type="presParOf" srcId="{DE8286C0-9480-1849-A73B-2AABFFCFA7A0}" destId="{9E9FA04F-4751-3B47-8BC7-3575A263CF19}" srcOrd="0" destOrd="0" presId="urn:microsoft.com/office/officeart/2005/8/layout/orgChart1"/>
    <dgm:cxn modelId="{D252DDAC-7268-B241-8139-CFB332AA70AA}" type="presParOf" srcId="{DE8286C0-9480-1849-A73B-2AABFFCFA7A0}" destId="{6A1BD185-DD45-9B4C-BF2D-B61B8B44256C}" srcOrd="1" destOrd="0" presId="urn:microsoft.com/office/officeart/2005/8/layout/orgChart1"/>
    <dgm:cxn modelId="{B3AF223F-7ACB-ED4E-9EF7-B1EC0AF5F305}" type="presParOf" srcId="{95B772BF-595E-7F4A-BCB4-D4957E455719}" destId="{9A6EA6F9-052E-AF41-9AD1-FAD33529D077}" srcOrd="1" destOrd="0" presId="urn:microsoft.com/office/officeart/2005/8/layout/orgChart1"/>
    <dgm:cxn modelId="{FCD4397E-8939-3A46-9419-21DCDB904E85}" type="presParOf" srcId="{95B772BF-595E-7F4A-BCB4-D4957E455719}" destId="{76FF494B-298E-9049-93F0-5AEE68DDA2D5}" srcOrd="2" destOrd="0" presId="urn:microsoft.com/office/officeart/2005/8/layout/orgChart1"/>
    <dgm:cxn modelId="{F314CFDB-C760-4544-8487-8F933E18EC34}" type="presParOf" srcId="{EE03B8D1-4244-1249-9869-CEA6B39D5248}" destId="{F112CAFD-58D2-5441-8EF3-A63F37D6A542}" srcOrd="4" destOrd="0" presId="urn:microsoft.com/office/officeart/2005/8/layout/orgChart1"/>
    <dgm:cxn modelId="{E5936171-2CB7-5642-BC08-8A56213629D0}" type="presParOf" srcId="{EE03B8D1-4244-1249-9869-CEA6B39D5248}" destId="{E20820A7-AE3F-3846-87DC-13674EC8697F}" srcOrd="5" destOrd="0" presId="urn:microsoft.com/office/officeart/2005/8/layout/orgChart1"/>
    <dgm:cxn modelId="{43928601-2049-7F4C-9EC0-B49C449E272D}" type="presParOf" srcId="{E20820A7-AE3F-3846-87DC-13674EC8697F}" destId="{6ACC30BD-E898-FC4D-A2B2-61EEDE64AE28}" srcOrd="0" destOrd="0" presId="urn:microsoft.com/office/officeart/2005/8/layout/orgChart1"/>
    <dgm:cxn modelId="{1DC3E1DE-90ED-BC4D-9E22-CE9DE0C72A23}" type="presParOf" srcId="{6ACC30BD-E898-FC4D-A2B2-61EEDE64AE28}" destId="{645CF69C-C282-4A44-B958-D658761B6EBA}" srcOrd="0" destOrd="0" presId="urn:microsoft.com/office/officeart/2005/8/layout/orgChart1"/>
    <dgm:cxn modelId="{B9D8C096-4489-9C43-B751-A548898341AC}" type="presParOf" srcId="{6ACC30BD-E898-FC4D-A2B2-61EEDE64AE28}" destId="{6C2411C8-616E-AB4D-925A-C9D9F5840D39}" srcOrd="1" destOrd="0" presId="urn:microsoft.com/office/officeart/2005/8/layout/orgChart1"/>
    <dgm:cxn modelId="{573A4A6D-6F2B-7F4B-8102-76ECD6FB54B2}" type="presParOf" srcId="{E20820A7-AE3F-3846-87DC-13674EC8697F}" destId="{C1E970D4-D9A4-F249-A6A0-BF5E30FD1D72}" srcOrd="1" destOrd="0" presId="urn:microsoft.com/office/officeart/2005/8/layout/orgChart1"/>
    <dgm:cxn modelId="{61801ADD-70B9-094B-B47C-353444AC0EAF}" type="presParOf" srcId="{E20820A7-AE3F-3846-87DC-13674EC8697F}" destId="{33538585-0EBB-D042-A564-16BBC8D22FE2}" srcOrd="2" destOrd="0" presId="urn:microsoft.com/office/officeart/2005/8/layout/orgChart1"/>
    <dgm:cxn modelId="{486C97ED-E388-E946-BAE7-190B5ADF4864}" type="presParOf" srcId="{9564CC7B-59D0-8044-8327-D07ADDBA0CEF}" destId="{FCBDBD20-52D5-5942-A4A2-84C083D1C737}" srcOrd="2" destOrd="0" presId="urn:microsoft.com/office/officeart/2005/8/layout/orgChart1"/>
    <dgm:cxn modelId="{87187F5B-A520-DB41-9ADA-101609D39A72}" type="presParOf" srcId="{5041323A-E4EC-CA4D-9014-7E6CA17B013C}" destId="{B58590F4-DEC9-954E-BC66-E8BE668AE2F4}" srcOrd="6" destOrd="0" presId="urn:microsoft.com/office/officeart/2005/8/layout/orgChart1"/>
    <dgm:cxn modelId="{0BDB154C-0633-0A4E-ACF7-B02E134E41CE}" type="presParOf" srcId="{5041323A-E4EC-CA4D-9014-7E6CA17B013C}" destId="{7E57908B-F1FF-2E43-8D55-E633768CD875}" srcOrd="7" destOrd="0" presId="urn:microsoft.com/office/officeart/2005/8/layout/orgChart1"/>
    <dgm:cxn modelId="{201800ED-091F-EF40-8481-604881090B39}" type="presParOf" srcId="{7E57908B-F1FF-2E43-8D55-E633768CD875}" destId="{813BD49A-D663-A34A-A685-4BB94F248276}" srcOrd="0" destOrd="0" presId="urn:microsoft.com/office/officeart/2005/8/layout/orgChart1"/>
    <dgm:cxn modelId="{6961C971-B458-BD4C-86EB-8F5EA2F5A014}" type="presParOf" srcId="{813BD49A-D663-A34A-A685-4BB94F248276}" destId="{50E9E0F2-1D82-714F-9CE3-57F7CCE20998}" srcOrd="0" destOrd="0" presId="urn:microsoft.com/office/officeart/2005/8/layout/orgChart1"/>
    <dgm:cxn modelId="{1AC6D4E5-8F0D-9943-A754-29F65FAF40DB}" type="presParOf" srcId="{813BD49A-D663-A34A-A685-4BB94F248276}" destId="{10DA2F0B-4938-3E46-9AD5-D3217D552D19}" srcOrd="1" destOrd="0" presId="urn:microsoft.com/office/officeart/2005/8/layout/orgChart1"/>
    <dgm:cxn modelId="{FDB555A8-3EC6-9A4E-8488-74569B261F6A}" type="presParOf" srcId="{7E57908B-F1FF-2E43-8D55-E633768CD875}" destId="{32EB66BE-BE89-3B47-951B-50174245B4C2}" srcOrd="1" destOrd="0" presId="urn:microsoft.com/office/officeart/2005/8/layout/orgChart1"/>
    <dgm:cxn modelId="{108377C5-1E1C-A747-8ED7-ACBD84F77CEE}" type="presParOf" srcId="{32EB66BE-BE89-3B47-951B-50174245B4C2}" destId="{B2A4B143-4AF6-A34C-A713-F12400DAA1D3}" srcOrd="0" destOrd="0" presId="urn:microsoft.com/office/officeart/2005/8/layout/orgChart1"/>
    <dgm:cxn modelId="{771F48AB-1A72-9746-A930-F8A27D09A119}" type="presParOf" srcId="{32EB66BE-BE89-3B47-951B-50174245B4C2}" destId="{043A31D7-CAE6-2948-94B7-D12F6AD429FA}" srcOrd="1" destOrd="0" presId="urn:microsoft.com/office/officeart/2005/8/layout/orgChart1"/>
    <dgm:cxn modelId="{69FF9D55-32A3-604E-8EF1-9CFCDAE93B6E}" type="presParOf" srcId="{043A31D7-CAE6-2948-94B7-D12F6AD429FA}" destId="{4E3C5E20-A63C-CD41-B22E-7459A49E08FE}" srcOrd="0" destOrd="0" presId="urn:microsoft.com/office/officeart/2005/8/layout/orgChart1"/>
    <dgm:cxn modelId="{B686E677-EA84-F242-A5BB-3057720CA5DA}" type="presParOf" srcId="{4E3C5E20-A63C-CD41-B22E-7459A49E08FE}" destId="{E8816B7A-E45A-D64F-8CA8-01D07FFA252E}" srcOrd="0" destOrd="0" presId="urn:microsoft.com/office/officeart/2005/8/layout/orgChart1"/>
    <dgm:cxn modelId="{79753032-547B-084D-9565-B2663BE853B2}" type="presParOf" srcId="{4E3C5E20-A63C-CD41-B22E-7459A49E08FE}" destId="{DAC1CC84-511D-0D4D-93C9-16B4006C76AE}" srcOrd="1" destOrd="0" presId="urn:microsoft.com/office/officeart/2005/8/layout/orgChart1"/>
    <dgm:cxn modelId="{B49692EB-F14E-2648-9183-0617728D930D}" type="presParOf" srcId="{043A31D7-CAE6-2948-94B7-D12F6AD429FA}" destId="{3C3E8A47-FA75-4D4D-997F-9CF6E54B6368}" srcOrd="1" destOrd="0" presId="urn:microsoft.com/office/officeart/2005/8/layout/orgChart1"/>
    <dgm:cxn modelId="{E98E69FD-6301-CD47-A271-44C4144D48B6}" type="presParOf" srcId="{043A31D7-CAE6-2948-94B7-D12F6AD429FA}" destId="{23C520FD-5EC2-BB4E-87D7-26D4D6B10FDC}" srcOrd="2" destOrd="0" presId="urn:microsoft.com/office/officeart/2005/8/layout/orgChart1"/>
    <dgm:cxn modelId="{0ACFA699-0456-9D43-B467-F08255DDA39D}" type="presParOf" srcId="{32EB66BE-BE89-3B47-951B-50174245B4C2}" destId="{014A1BD8-52EA-2E48-8CBA-0854D4F785AC}" srcOrd="2" destOrd="0" presId="urn:microsoft.com/office/officeart/2005/8/layout/orgChart1"/>
    <dgm:cxn modelId="{0714083D-7297-624A-98C4-306C24EB70B2}" type="presParOf" srcId="{32EB66BE-BE89-3B47-951B-50174245B4C2}" destId="{D389EB5B-C7D0-5D43-A5DE-E8BAA586CCDF}" srcOrd="3" destOrd="0" presId="urn:microsoft.com/office/officeart/2005/8/layout/orgChart1"/>
    <dgm:cxn modelId="{DEFA8996-CC99-9F46-AEE9-9A4FD1477454}" type="presParOf" srcId="{D389EB5B-C7D0-5D43-A5DE-E8BAA586CCDF}" destId="{B1A0182E-C9F9-D547-AFF3-6DDB89CF038D}" srcOrd="0" destOrd="0" presId="urn:microsoft.com/office/officeart/2005/8/layout/orgChart1"/>
    <dgm:cxn modelId="{79F614C9-CE78-1E46-9058-1B9770052556}" type="presParOf" srcId="{B1A0182E-C9F9-D547-AFF3-6DDB89CF038D}" destId="{87F51C90-755E-F540-8F6A-AB7729C4F239}" srcOrd="0" destOrd="0" presId="urn:microsoft.com/office/officeart/2005/8/layout/orgChart1"/>
    <dgm:cxn modelId="{869725B8-D0B8-7645-A098-2C577DFCF8C8}" type="presParOf" srcId="{B1A0182E-C9F9-D547-AFF3-6DDB89CF038D}" destId="{75B75F98-0B89-FF40-A0E0-A00B8931BA79}" srcOrd="1" destOrd="0" presId="urn:microsoft.com/office/officeart/2005/8/layout/orgChart1"/>
    <dgm:cxn modelId="{FF7A2134-9ACD-AC48-8AD3-1BA469638465}" type="presParOf" srcId="{D389EB5B-C7D0-5D43-A5DE-E8BAA586CCDF}" destId="{E4CAF338-678B-A24C-B435-6CA56EC3BD1A}" srcOrd="1" destOrd="0" presId="urn:microsoft.com/office/officeart/2005/8/layout/orgChart1"/>
    <dgm:cxn modelId="{DE83CBEF-3A2F-3D46-A4C5-847F01C2DA62}" type="presParOf" srcId="{D389EB5B-C7D0-5D43-A5DE-E8BAA586CCDF}" destId="{E97EC0C4-DAAE-3B4B-BD18-F944829826B8}" srcOrd="2" destOrd="0" presId="urn:microsoft.com/office/officeart/2005/8/layout/orgChart1"/>
    <dgm:cxn modelId="{520C809F-5C75-134C-BA84-36175653309C}" type="presParOf" srcId="{32EB66BE-BE89-3B47-951B-50174245B4C2}" destId="{89C73366-0752-BF40-9CAE-1E7B3033E257}" srcOrd="4" destOrd="0" presId="urn:microsoft.com/office/officeart/2005/8/layout/orgChart1"/>
    <dgm:cxn modelId="{C2956E5B-13E1-614D-9E9F-CF6B9AE754BA}" type="presParOf" srcId="{32EB66BE-BE89-3B47-951B-50174245B4C2}" destId="{839788DA-F5D0-DF4A-841C-D2FBA8C0A977}" srcOrd="5" destOrd="0" presId="urn:microsoft.com/office/officeart/2005/8/layout/orgChart1"/>
    <dgm:cxn modelId="{EE5407D1-1A97-344B-91C4-4E14D0FB5F66}" type="presParOf" srcId="{839788DA-F5D0-DF4A-841C-D2FBA8C0A977}" destId="{04FCBE83-01A6-D246-B7DC-77FE1C374301}" srcOrd="0" destOrd="0" presId="urn:microsoft.com/office/officeart/2005/8/layout/orgChart1"/>
    <dgm:cxn modelId="{E9E46061-C9AF-ED4C-8BD6-F59101506996}" type="presParOf" srcId="{04FCBE83-01A6-D246-B7DC-77FE1C374301}" destId="{A0A34F39-8775-074A-9076-E58A5C78A4BA}" srcOrd="0" destOrd="0" presId="urn:microsoft.com/office/officeart/2005/8/layout/orgChart1"/>
    <dgm:cxn modelId="{919B4D53-ECD5-6E49-9E9A-AA21A3682422}" type="presParOf" srcId="{04FCBE83-01A6-D246-B7DC-77FE1C374301}" destId="{8A1182CD-2589-A341-8EFF-5897C5047DBB}" srcOrd="1" destOrd="0" presId="urn:microsoft.com/office/officeart/2005/8/layout/orgChart1"/>
    <dgm:cxn modelId="{A19D7630-6C8A-C542-9A72-3FA92A36EFAB}" type="presParOf" srcId="{839788DA-F5D0-DF4A-841C-D2FBA8C0A977}" destId="{FB83CE3F-E89E-9F41-8873-FF232AE15646}" srcOrd="1" destOrd="0" presId="urn:microsoft.com/office/officeart/2005/8/layout/orgChart1"/>
    <dgm:cxn modelId="{9B97D425-679B-A146-A17B-7B4A9827F871}" type="presParOf" srcId="{839788DA-F5D0-DF4A-841C-D2FBA8C0A977}" destId="{18554EA2-D3B5-6F48-B1AA-6FDC09AFF34B}" srcOrd="2" destOrd="0" presId="urn:microsoft.com/office/officeart/2005/8/layout/orgChart1"/>
    <dgm:cxn modelId="{4212BFD2-8691-CB46-A387-41BFCEE789EC}" type="presParOf" srcId="{7E57908B-F1FF-2E43-8D55-E633768CD875}" destId="{B8E65FF3-3B3C-D949-9CA2-537218CD1F50}" srcOrd="2" destOrd="0" presId="urn:microsoft.com/office/officeart/2005/8/layout/orgChart1"/>
    <dgm:cxn modelId="{ACF6CC19-4ABF-2346-8DE6-F047E53E6DC7}" type="presParOf" srcId="{5041323A-E4EC-CA4D-9014-7E6CA17B013C}" destId="{E719A462-C298-0443-A0D5-842375348FE3}" srcOrd="8" destOrd="0" presId="urn:microsoft.com/office/officeart/2005/8/layout/orgChart1"/>
    <dgm:cxn modelId="{A5103705-B447-D74F-AC62-F0050998707D}" type="presParOf" srcId="{5041323A-E4EC-CA4D-9014-7E6CA17B013C}" destId="{227D93E4-BA9C-6848-9AD7-D3A08C1390A0}" srcOrd="9" destOrd="0" presId="urn:microsoft.com/office/officeart/2005/8/layout/orgChart1"/>
    <dgm:cxn modelId="{986EE0C1-A821-7847-AC4F-444867BE94EA}" type="presParOf" srcId="{227D93E4-BA9C-6848-9AD7-D3A08C1390A0}" destId="{5DD2D19E-7766-464C-BAFB-16C00BD0E712}" srcOrd="0" destOrd="0" presId="urn:microsoft.com/office/officeart/2005/8/layout/orgChart1"/>
    <dgm:cxn modelId="{91B452C8-3A0F-D141-ADFF-593CF98472AE}" type="presParOf" srcId="{5DD2D19E-7766-464C-BAFB-16C00BD0E712}" destId="{7E43C790-FA6B-6941-9988-5980B8E7F48F}" srcOrd="0" destOrd="0" presId="urn:microsoft.com/office/officeart/2005/8/layout/orgChart1"/>
    <dgm:cxn modelId="{4EB04C79-1AEE-7741-8C90-B3C15E3DE9DD}" type="presParOf" srcId="{5DD2D19E-7766-464C-BAFB-16C00BD0E712}" destId="{CF0735B2-74C0-FA4B-96B6-2F521F4234AF}" srcOrd="1" destOrd="0" presId="urn:microsoft.com/office/officeart/2005/8/layout/orgChart1"/>
    <dgm:cxn modelId="{2EAB0D55-E96A-3B49-ADCD-E3AFD7240B29}" type="presParOf" srcId="{227D93E4-BA9C-6848-9AD7-D3A08C1390A0}" destId="{46240D4D-FE49-C143-94D0-43A17E0E8AE2}" srcOrd="1" destOrd="0" presId="urn:microsoft.com/office/officeart/2005/8/layout/orgChart1"/>
    <dgm:cxn modelId="{CB2F584E-C87A-7340-A11C-E277E015F187}" type="presParOf" srcId="{46240D4D-FE49-C143-94D0-43A17E0E8AE2}" destId="{6DEEFC9E-6AEE-0649-A9AB-F82960D1D342}" srcOrd="0" destOrd="0" presId="urn:microsoft.com/office/officeart/2005/8/layout/orgChart1"/>
    <dgm:cxn modelId="{840547B9-338E-D74A-A5A2-FD0828C61DFE}" type="presParOf" srcId="{46240D4D-FE49-C143-94D0-43A17E0E8AE2}" destId="{B1DEA96B-A161-C545-B311-E9C5DF54721D}" srcOrd="1" destOrd="0" presId="urn:microsoft.com/office/officeart/2005/8/layout/orgChart1"/>
    <dgm:cxn modelId="{AD1EC221-9DB6-8949-A7FB-040C6F8CDED6}" type="presParOf" srcId="{B1DEA96B-A161-C545-B311-E9C5DF54721D}" destId="{A85F60F0-7055-F941-857F-664C33EA4A31}" srcOrd="0" destOrd="0" presId="urn:microsoft.com/office/officeart/2005/8/layout/orgChart1"/>
    <dgm:cxn modelId="{9841F77E-99DD-F446-9F42-A22C5F9B6626}" type="presParOf" srcId="{A85F60F0-7055-F941-857F-664C33EA4A31}" destId="{661DD054-7E41-794B-82A0-7522EB530354}" srcOrd="0" destOrd="0" presId="urn:microsoft.com/office/officeart/2005/8/layout/orgChart1"/>
    <dgm:cxn modelId="{071D96DD-9DA9-854B-8DD0-0DDE7C218A7C}" type="presParOf" srcId="{A85F60F0-7055-F941-857F-664C33EA4A31}" destId="{A34479B2-D8E6-E941-ADAF-7F851392EBDE}" srcOrd="1" destOrd="0" presId="urn:microsoft.com/office/officeart/2005/8/layout/orgChart1"/>
    <dgm:cxn modelId="{99844FCF-B321-A14A-9E39-997D34C76E16}" type="presParOf" srcId="{B1DEA96B-A161-C545-B311-E9C5DF54721D}" destId="{19BDBEA5-60A8-0D46-B034-178D0B5EBE98}" srcOrd="1" destOrd="0" presId="urn:microsoft.com/office/officeart/2005/8/layout/orgChart1"/>
    <dgm:cxn modelId="{F3D76A62-F04B-F546-A1A6-82A7D2621830}" type="presParOf" srcId="{B1DEA96B-A161-C545-B311-E9C5DF54721D}" destId="{9D5B4993-4602-004F-8093-F83024A5D660}" srcOrd="2" destOrd="0" presId="urn:microsoft.com/office/officeart/2005/8/layout/orgChart1"/>
    <dgm:cxn modelId="{2753B023-5411-6347-8A2E-3E9591EE43A1}" type="presParOf" srcId="{46240D4D-FE49-C143-94D0-43A17E0E8AE2}" destId="{FB0E4D33-D65A-D144-AAC4-65C9CE52AE02}" srcOrd="2" destOrd="0" presId="urn:microsoft.com/office/officeart/2005/8/layout/orgChart1"/>
    <dgm:cxn modelId="{4C00757D-EE4D-E040-932D-7DF395D82C0E}" type="presParOf" srcId="{46240D4D-FE49-C143-94D0-43A17E0E8AE2}" destId="{B0B57282-5808-5246-A7F2-140E49FD166D}" srcOrd="3" destOrd="0" presId="urn:microsoft.com/office/officeart/2005/8/layout/orgChart1"/>
    <dgm:cxn modelId="{D7CA3508-E8C9-3549-9350-DBED48FC9698}" type="presParOf" srcId="{B0B57282-5808-5246-A7F2-140E49FD166D}" destId="{CA6F4B4B-F54F-4B4B-8AF5-641280C5CD4E}" srcOrd="0" destOrd="0" presId="urn:microsoft.com/office/officeart/2005/8/layout/orgChart1"/>
    <dgm:cxn modelId="{C556B893-18DA-194E-8F6E-5FD63EE55F18}" type="presParOf" srcId="{CA6F4B4B-F54F-4B4B-8AF5-641280C5CD4E}" destId="{197752D9-9406-E045-804E-FFD001279680}" srcOrd="0" destOrd="0" presId="urn:microsoft.com/office/officeart/2005/8/layout/orgChart1"/>
    <dgm:cxn modelId="{8885BC53-8082-734E-BC65-55077EA9027D}" type="presParOf" srcId="{CA6F4B4B-F54F-4B4B-8AF5-641280C5CD4E}" destId="{52A37738-E375-C441-B227-0C8D0D298937}" srcOrd="1" destOrd="0" presId="urn:microsoft.com/office/officeart/2005/8/layout/orgChart1"/>
    <dgm:cxn modelId="{89424CEE-A5C7-6845-856B-82469A51FEF8}" type="presParOf" srcId="{B0B57282-5808-5246-A7F2-140E49FD166D}" destId="{B5A76A22-3409-A14C-8B56-CA435F5E8C89}" srcOrd="1" destOrd="0" presId="urn:microsoft.com/office/officeart/2005/8/layout/orgChart1"/>
    <dgm:cxn modelId="{F5D450C0-3F93-6443-B6FE-5C4DFE5A3CA8}" type="presParOf" srcId="{B0B57282-5808-5246-A7F2-140E49FD166D}" destId="{B76DA154-08F0-664E-B263-C934411680E8}" srcOrd="2" destOrd="0" presId="urn:microsoft.com/office/officeart/2005/8/layout/orgChart1"/>
    <dgm:cxn modelId="{D6A6FF2C-C3AB-C844-A936-E04F986F519C}" type="presParOf" srcId="{46240D4D-FE49-C143-94D0-43A17E0E8AE2}" destId="{D2FEF9F3-827A-BF41-A4DB-AE049664D5D7}" srcOrd="4" destOrd="0" presId="urn:microsoft.com/office/officeart/2005/8/layout/orgChart1"/>
    <dgm:cxn modelId="{28109D7E-8EC3-1248-9C22-FD4CA5326FBC}" type="presParOf" srcId="{46240D4D-FE49-C143-94D0-43A17E0E8AE2}" destId="{69F48733-4522-D74B-A4D9-BA2579834227}" srcOrd="5" destOrd="0" presId="urn:microsoft.com/office/officeart/2005/8/layout/orgChart1"/>
    <dgm:cxn modelId="{901BBC81-3EEA-8048-A7E3-D85B59218DEA}" type="presParOf" srcId="{69F48733-4522-D74B-A4D9-BA2579834227}" destId="{75E2E2FE-D157-8D4E-B2D7-3A966CDC131F}" srcOrd="0" destOrd="0" presId="urn:microsoft.com/office/officeart/2005/8/layout/orgChart1"/>
    <dgm:cxn modelId="{F74F5CBB-8C59-7748-BE90-82ED05B8EAF0}" type="presParOf" srcId="{75E2E2FE-D157-8D4E-B2D7-3A966CDC131F}" destId="{11568EEE-BBE2-8848-8A7E-CE53B7C2A9C3}" srcOrd="0" destOrd="0" presId="urn:microsoft.com/office/officeart/2005/8/layout/orgChart1"/>
    <dgm:cxn modelId="{4E04FAC1-39EE-8C4F-82E0-6D93F5556051}" type="presParOf" srcId="{75E2E2FE-D157-8D4E-B2D7-3A966CDC131F}" destId="{E8198EE5-E26D-4848-B91C-E2E7F6B3358F}" srcOrd="1" destOrd="0" presId="urn:microsoft.com/office/officeart/2005/8/layout/orgChart1"/>
    <dgm:cxn modelId="{CE3BF6B2-BC6B-964A-810C-F25D32AF66DA}" type="presParOf" srcId="{69F48733-4522-D74B-A4D9-BA2579834227}" destId="{F9BF21ED-BA3F-E44F-A7D5-6AB3B3DB57C4}" srcOrd="1" destOrd="0" presId="urn:microsoft.com/office/officeart/2005/8/layout/orgChart1"/>
    <dgm:cxn modelId="{F538F5D7-FD6A-984B-889F-C21A9C18770F}" type="presParOf" srcId="{69F48733-4522-D74B-A4D9-BA2579834227}" destId="{15DE0D52-AF80-2147-8F63-FCFD550F0A6E}" srcOrd="2" destOrd="0" presId="urn:microsoft.com/office/officeart/2005/8/layout/orgChart1"/>
    <dgm:cxn modelId="{05DDA5D0-346C-DC4A-8FB9-20F189CFBC50}" type="presParOf" srcId="{227D93E4-BA9C-6848-9AD7-D3A08C1390A0}" destId="{253C8ABD-5790-6B40-9493-0C1D5EB889AC}" srcOrd="2" destOrd="0" presId="urn:microsoft.com/office/officeart/2005/8/layout/orgChart1"/>
    <dgm:cxn modelId="{5360A643-F2A3-AE49-A685-E1A636364FC4}" type="presParOf" srcId="{45389F23-59AD-574D-8E42-2D4A0F1C7D0E}" destId="{31528F70-5344-4248-B680-4B970C059B45}"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FEF9F3-827A-BF41-A4DB-AE049664D5D7}">
      <dsp:nvSpPr>
        <dsp:cNvPr id="0" name=""/>
        <dsp:cNvSpPr/>
      </dsp:nvSpPr>
      <dsp:spPr>
        <a:xfrm>
          <a:off x="7143109" y="1526620"/>
          <a:ext cx="222637" cy="1556155"/>
        </a:xfrm>
        <a:custGeom>
          <a:avLst/>
          <a:gdLst/>
          <a:ahLst/>
          <a:cxnLst/>
          <a:rect l="0" t="0" r="0" b="0"/>
          <a:pathLst>
            <a:path>
              <a:moveTo>
                <a:pt x="0" y="0"/>
              </a:moveTo>
              <a:lnTo>
                <a:pt x="0" y="1556155"/>
              </a:lnTo>
              <a:lnTo>
                <a:pt x="222637" y="1556155"/>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FB0E4D33-D65A-D144-AAC4-65C9CE52AE02}">
      <dsp:nvSpPr>
        <dsp:cNvPr id="0" name=""/>
        <dsp:cNvSpPr/>
      </dsp:nvSpPr>
      <dsp:spPr>
        <a:xfrm>
          <a:off x="7143109" y="1526620"/>
          <a:ext cx="222637" cy="968458"/>
        </a:xfrm>
        <a:custGeom>
          <a:avLst/>
          <a:gdLst/>
          <a:ahLst/>
          <a:cxnLst/>
          <a:rect l="0" t="0" r="0" b="0"/>
          <a:pathLst>
            <a:path>
              <a:moveTo>
                <a:pt x="0" y="0"/>
              </a:moveTo>
              <a:lnTo>
                <a:pt x="0" y="968458"/>
              </a:lnTo>
              <a:lnTo>
                <a:pt x="222637" y="968458"/>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6DEEFC9E-6AEE-0649-A9AB-F82960D1D342}">
      <dsp:nvSpPr>
        <dsp:cNvPr id="0" name=""/>
        <dsp:cNvSpPr/>
      </dsp:nvSpPr>
      <dsp:spPr>
        <a:xfrm>
          <a:off x="7143109" y="1526620"/>
          <a:ext cx="222637" cy="380761"/>
        </a:xfrm>
        <a:custGeom>
          <a:avLst/>
          <a:gdLst/>
          <a:ahLst/>
          <a:cxnLst/>
          <a:rect l="0" t="0" r="0" b="0"/>
          <a:pathLst>
            <a:path>
              <a:moveTo>
                <a:pt x="0" y="0"/>
              </a:moveTo>
              <a:lnTo>
                <a:pt x="0" y="380761"/>
              </a:lnTo>
              <a:lnTo>
                <a:pt x="222637" y="380761"/>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E719A462-C298-0443-A0D5-842375348FE3}">
      <dsp:nvSpPr>
        <dsp:cNvPr id="0" name=""/>
        <dsp:cNvSpPr/>
      </dsp:nvSpPr>
      <dsp:spPr>
        <a:xfrm>
          <a:off x="4239905" y="938923"/>
          <a:ext cx="3496904" cy="173825"/>
        </a:xfrm>
        <a:custGeom>
          <a:avLst/>
          <a:gdLst/>
          <a:ahLst/>
          <a:cxnLst/>
          <a:rect l="0" t="0" r="0" b="0"/>
          <a:pathLst>
            <a:path>
              <a:moveTo>
                <a:pt x="0" y="0"/>
              </a:moveTo>
              <a:lnTo>
                <a:pt x="0" y="86912"/>
              </a:lnTo>
              <a:lnTo>
                <a:pt x="3496904" y="86912"/>
              </a:lnTo>
              <a:lnTo>
                <a:pt x="3496904" y="173825"/>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89C73366-0752-BF40-9CAE-1E7B3033E257}">
      <dsp:nvSpPr>
        <dsp:cNvPr id="0" name=""/>
        <dsp:cNvSpPr/>
      </dsp:nvSpPr>
      <dsp:spPr>
        <a:xfrm>
          <a:off x="5473629" y="1526620"/>
          <a:ext cx="224538" cy="1556155"/>
        </a:xfrm>
        <a:custGeom>
          <a:avLst/>
          <a:gdLst/>
          <a:ahLst/>
          <a:cxnLst/>
          <a:rect l="0" t="0" r="0" b="0"/>
          <a:pathLst>
            <a:path>
              <a:moveTo>
                <a:pt x="0" y="0"/>
              </a:moveTo>
              <a:lnTo>
                <a:pt x="0" y="1556155"/>
              </a:lnTo>
              <a:lnTo>
                <a:pt x="224538" y="1556155"/>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014A1BD8-52EA-2E48-8CBA-0854D4F785AC}">
      <dsp:nvSpPr>
        <dsp:cNvPr id="0" name=""/>
        <dsp:cNvSpPr/>
      </dsp:nvSpPr>
      <dsp:spPr>
        <a:xfrm>
          <a:off x="5473629" y="1526620"/>
          <a:ext cx="224538" cy="968458"/>
        </a:xfrm>
        <a:custGeom>
          <a:avLst/>
          <a:gdLst/>
          <a:ahLst/>
          <a:cxnLst/>
          <a:rect l="0" t="0" r="0" b="0"/>
          <a:pathLst>
            <a:path>
              <a:moveTo>
                <a:pt x="0" y="0"/>
              </a:moveTo>
              <a:lnTo>
                <a:pt x="0" y="968458"/>
              </a:lnTo>
              <a:lnTo>
                <a:pt x="224538" y="968458"/>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B2A4B143-4AF6-A34C-A713-F12400DAA1D3}">
      <dsp:nvSpPr>
        <dsp:cNvPr id="0" name=""/>
        <dsp:cNvSpPr/>
      </dsp:nvSpPr>
      <dsp:spPr>
        <a:xfrm>
          <a:off x="5473629" y="1526620"/>
          <a:ext cx="224538" cy="380761"/>
        </a:xfrm>
        <a:custGeom>
          <a:avLst/>
          <a:gdLst/>
          <a:ahLst/>
          <a:cxnLst/>
          <a:rect l="0" t="0" r="0" b="0"/>
          <a:pathLst>
            <a:path>
              <a:moveTo>
                <a:pt x="0" y="0"/>
              </a:moveTo>
              <a:lnTo>
                <a:pt x="0" y="380761"/>
              </a:lnTo>
              <a:lnTo>
                <a:pt x="224538" y="380761"/>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B58590F4-DEC9-954E-BC66-E8BE668AE2F4}">
      <dsp:nvSpPr>
        <dsp:cNvPr id="0" name=""/>
        <dsp:cNvSpPr/>
      </dsp:nvSpPr>
      <dsp:spPr>
        <a:xfrm>
          <a:off x="4239905" y="938923"/>
          <a:ext cx="1832492" cy="173825"/>
        </a:xfrm>
        <a:custGeom>
          <a:avLst/>
          <a:gdLst/>
          <a:ahLst/>
          <a:cxnLst/>
          <a:rect l="0" t="0" r="0" b="0"/>
          <a:pathLst>
            <a:path>
              <a:moveTo>
                <a:pt x="0" y="0"/>
              </a:moveTo>
              <a:lnTo>
                <a:pt x="0" y="86912"/>
              </a:lnTo>
              <a:lnTo>
                <a:pt x="1832492" y="86912"/>
              </a:lnTo>
              <a:lnTo>
                <a:pt x="1832492" y="173825"/>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F112CAFD-58D2-5441-8EF3-A63F37D6A542}">
      <dsp:nvSpPr>
        <dsp:cNvPr id="0" name=""/>
        <dsp:cNvSpPr/>
      </dsp:nvSpPr>
      <dsp:spPr>
        <a:xfrm>
          <a:off x="3760544" y="1526620"/>
          <a:ext cx="231594" cy="1556155"/>
        </a:xfrm>
        <a:custGeom>
          <a:avLst/>
          <a:gdLst/>
          <a:ahLst/>
          <a:cxnLst/>
          <a:rect l="0" t="0" r="0" b="0"/>
          <a:pathLst>
            <a:path>
              <a:moveTo>
                <a:pt x="0" y="0"/>
              </a:moveTo>
              <a:lnTo>
                <a:pt x="0" y="1556155"/>
              </a:lnTo>
              <a:lnTo>
                <a:pt x="231594" y="1556155"/>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D67365C2-ECF0-9943-8AC6-C76033DA1A38}">
      <dsp:nvSpPr>
        <dsp:cNvPr id="0" name=""/>
        <dsp:cNvSpPr/>
      </dsp:nvSpPr>
      <dsp:spPr>
        <a:xfrm>
          <a:off x="3760544" y="1526620"/>
          <a:ext cx="231594" cy="968458"/>
        </a:xfrm>
        <a:custGeom>
          <a:avLst/>
          <a:gdLst/>
          <a:ahLst/>
          <a:cxnLst/>
          <a:rect l="0" t="0" r="0" b="0"/>
          <a:pathLst>
            <a:path>
              <a:moveTo>
                <a:pt x="0" y="0"/>
              </a:moveTo>
              <a:lnTo>
                <a:pt x="0" y="968458"/>
              </a:lnTo>
              <a:lnTo>
                <a:pt x="231594" y="968458"/>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90DD6D11-3DAE-0F45-824C-480C05903F36}">
      <dsp:nvSpPr>
        <dsp:cNvPr id="0" name=""/>
        <dsp:cNvSpPr/>
      </dsp:nvSpPr>
      <dsp:spPr>
        <a:xfrm>
          <a:off x="3760544" y="1526620"/>
          <a:ext cx="231594" cy="380761"/>
        </a:xfrm>
        <a:custGeom>
          <a:avLst/>
          <a:gdLst/>
          <a:ahLst/>
          <a:cxnLst/>
          <a:rect l="0" t="0" r="0" b="0"/>
          <a:pathLst>
            <a:path>
              <a:moveTo>
                <a:pt x="0" y="0"/>
              </a:moveTo>
              <a:lnTo>
                <a:pt x="0" y="380761"/>
              </a:lnTo>
              <a:lnTo>
                <a:pt x="231594" y="380761"/>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81FFFC81-0BD4-B140-A22B-4190871F85B6}">
      <dsp:nvSpPr>
        <dsp:cNvPr id="0" name=""/>
        <dsp:cNvSpPr/>
      </dsp:nvSpPr>
      <dsp:spPr>
        <a:xfrm>
          <a:off x="4239905" y="938923"/>
          <a:ext cx="138224" cy="173825"/>
        </a:xfrm>
        <a:custGeom>
          <a:avLst/>
          <a:gdLst/>
          <a:ahLst/>
          <a:cxnLst/>
          <a:rect l="0" t="0" r="0" b="0"/>
          <a:pathLst>
            <a:path>
              <a:moveTo>
                <a:pt x="0" y="0"/>
              </a:moveTo>
              <a:lnTo>
                <a:pt x="0" y="86912"/>
              </a:lnTo>
              <a:lnTo>
                <a:pt x="138224" y="86912"/>
              </a:lnTo>
              <a:lnTo>
                <a:pt x="138224" y="173825"/>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F4EF1715-B01A-A94B-8D84-6CDAA4E0BA6A}">
      <dsp:nvSpPr>
        <dsp:cNvPr id="0" name=""/>
        <dsp:cNvSpPr/>
      </dsp:nvSpPr>
      <dsp:spPr>
        <a:xfrm>
          <a:off x="1994884" y="1526620"/>
          <a:ext cx="239572" cy="1556155"/>
        </a:xfrm>
        <a:custGeom>
          <a:avLst/>
          <a:gdLst/>
          <a:ahLst/>
          <a:cxnLst/>
          <a:rect l="0" t="0" r="0" b="0"/>
          <a:pathLst>
            <a:path>
              <a:moveTo>
                <a:pt x="0" y="0"/>
              </a:moveTo>
              <a:lnTo>
                <a:pt x="0" y="1556155"/>
              </a:lnTo>
              <a:lnTo>
                <a:pt x="239572" y="1556155"/>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0AB8B1E1-C127-1C4B-8736-90F41B801297}">
      <dsp:nvSpPr>
        <dsp:cNvPr id="0" name=""/>
        <dsp:cNvSpPr/>
      </dsp:nvSpPr>
      <dsp:spPr>
        <a:xfrm>
          <a:off x="1994884" y="1526620"/>
          <a:ext cx="239572" cy="968458"/>
        </a:xfrm>
        <a:custGeom>
          <a:avLst/>
          <a:gdLst/>
          <a:ahLst/>
          <a:cxnLst/>
          <a:rect l="0" t="0" r="0" b="0"/>
          <a:pathLst>
            <a:path>
              <a:moveTo>
                <a:pt x="0" y="0"/>
              </a:moveTo>
              <a:lnTo>
                <a:pt x="0" y="968458"/>
              </a:lnTo>
              <a:lnTo>
                <a:pt x="239572" y="968458"/>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8D49D586-DCBE-5A41-BB7C-65ACFAC803F5}">
      <dsp:nvSpPr>
        <dsp:cNvPr id="0" name=""/>
        <dsp:cNvSpPr/>
      </dsp:nvSpPr>
      <dsp:spPr>
        <a:xfrm>
          <a:off x="1994884" y="1526620"/>
          <a:ext cx="239572" cy="380761"/>
        </a:xfrm>
        <a:custGeom>
          <a:avLst/>
          <a:gdLst/>
          <a:ahLst/>
          <a:cxnLst/>
          <a:rect l="0" t="0" r="0" b="0"/>
          <a:pathLst>
            <a:path>
              <a:moveTo>
                <a:pt x="0" y="0"/>
              </a:moveTo>
              <a:lnTo>
                <a:pt x="0" y="380761"/>
              </a:lnTo>
              <a:lnTo>
                <a:pt x="239572" y="380761"/>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2004641C-86A7-5F42-AAE3-76FD389BA6AB}">
      <dsp:nvSpPr>
        <dsp:cNvPr id="0" name=""/>
        <dsp:cNvSpPr/>
      </dsp:nvSpPr>
      <dsp:spPr>
        <a:xfrm>
          <a:off x="2633746" y="938923"/>
          <a:ext cx="1606159" cy="173825"/>
        </a:xfrm>
        <a:custGeom>
          <a:avLst/>
          <a:gdLst/>
          <a:ahLst/>
          <a:cxnLst/>
          <a:rect l="0" t="0" r="0" b="0"/>
          <a:pathLst>
            <a:path>
              <a:moveTo>
                <a:pt x="1606159" y="0"/>
              </a:moveTo>
              <a:lnTo>
                <a:pt x="1606159" y="86912"/>
              </a:lnTo>
              <a:lnTo>
                <a:pt x="0" y="86912"/>
              </a:lnTo>
              <a:lnTo>
                <a:pt x="0" y="173825"/>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B055A96D-3EC1-1143-A89E-A8A021A956E5}">
      <dsp:nvSpPr>
        <dsp:cNvPr id="0" name=""/>
        <dsp:cNvSpPr/>
      </dsp:nvSpPr>
      <dsp:spPr>
        <a:xfrm>
          <a:off x="166923" y="1526620"/>
          <a:ext cx="249070" cy="1556155"/>
        </a:xfrm>
        <a:custGeom>
          <a:avLst/>
          <a:gdLst/>
          <a:ahLst/>
          <a:cxnLst/>
          <a:rect l="0" t="0" r="0" b="0"/>
          <a:pathLst>
            <a:path>
              <a:moveTo>
                <a:pt x="0" y="0"/>
              </a:moveTo>
              <a:lnTo>
                <a:pt x="0" y="1556155"/>
              </a:lnTo>
              <a:lnTo>
                <a:pt x="249070" y="1556155"/>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4FF4F3E0-BE99-0747-BF15-6AF5481678FF}">
      <dsp:nvSpPr>
        <dsp:cNvPr id="0" name=""/>
        <dsp:cNvSpPr/>
      </dsp:nvSpPr>
      <dsp:spPr>
        <a:xfrm>
          <a:off x="166923" y="1526620"/>
          <a:ext cx="249070" cy="968458"/>
        </a:xfrm>
        <a:custGeom>
          <a:avLst/>
          <a:gdLst/>
          <a:ahLst/>
          <a:cxnLst/>
          <a:rect l="0" t="0" r="0" b="0"/>
          <a:pathLst>
            <a:path>
              <a:moveTo>
                <a:pt x="0" y="0"/>
              </a:moveTo>
              <a:lnTo>
                <a:pt x="0" y="968458"/>
              </a:lnTo>
              <a:lnTo>
                <a:pt x="249070" y="968458"/>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B72C72C6-5BB9-CA4D-A10F-9BEB97F9C215}">
      <dsp:nvSpPr>
        <dsp:cNvPr id="0" name=""/>
        <dsp:cNvSpPr/>
      </dsp:nvSpPr>
      <dsp:spPr>
        <a:xfrm>
          <a:off x="166923" y="1526620"/>
          <a:ext cx="249070" cy="380761"/>
        </a:xfrm>
        <a:custGeom>
          <a:avLst/>
          <a:gdLst/>
          <a:ahLst/>
          <a:cxnLst/>
          <a:rect l="0" t="0" r="0" b="0"/>
          <a:pathLst>
            <a:path>
              <a:moveTo>
                <a:pt x="0" y="0"/>
              </a:moveTo>
              <a:lnTo>
                <a:pt x="0" y="380761"/>
              </a:lnTo>
              <a:lnTo>
                <a:pt x="249070" y="380761"/>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5BB51D64-DCBF-B741-915E-A1D2BD31032A}">
      <dsp:nvSpPr>
        <dsp:cNvPr id="0" name=""/>
        <dsp:cNvSpPr/>
      </dsp:nvSpPr>
      <dsp:spPr>
        <a:xfrm>
          <a:off x="831110" y="938923"/>
          <a:ext cx="3408795" cy="173825"/>
        </a:xfrm>
        <a:custGeom>
          <a:avLst/>
          <a:gdLst/>
          <a:ahLst/>
          <a:cxnLst/>
          <a:rect l="0" t="0" r="0" b="0"/>
          <a:pathLst>
            <a:path>
              <a:moveTo>
                <a:pt x="3408795" y="0"/>
              </a:moveTo>
              <a:lnTo>
                <a:pt x="3408795" y="86912"/>
              </a:lnTo>
              <a:lnTo>
                <a:pt x="0" y="86912"/>
              </a:lnTo>
              <a:lnTo>
                <a:pt x="0" y="173825"/>
              </a:lnTo>
            </a:path>
          </a:pathLst>
        </a:custGeom>
        <a:noFill/>
        <a:ln w="3175" cap="flat" cmpd="sng" algn="ctr">
          <a:solidFill>
            <a:srgbClr val="53565A"/>
          </a:solidFill>
          <a:prstDash val="solid"/>
          <a:miter lim="800000"/>
        </a:ln>
        <a:effectLst/>
      </dsp:spPr>
      <dsp:style>
        <a:lnRef idx="2">
          <a:scrgbClr r="0" g="0" b="0"/>
        </a:lnRef>
        <a:fillRef idx="0">
          <a:scrgbClr r="0" g="0" b="0"/>
        </a:fillRef>
        <a:effectRef idx="0">
          <a:scrgbClr r="0" g="0" b="0"/>
        </a:effectRef>
        <a:fontRef idx="minor"/>
      </dsp:style>
    </dsp:sp>
    <dsp:sp modelId="{6FA0D3D2-D650-1044-99FE-CBAEA6B41248}">
      <dsp:nvSpPr>
        <dsp:cNvPr id="0" name=""/>
        <dsp:cNvSpPr/>
      </dsp:nvSpPr>
      <dsp:spPr>
        <a:xfrm>
          <a:off x="3326301" y="525052"/>
          <a:ext cx="1827207"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ts val="300"/>
            </a:spcAft>
            <a:buNone/>
          </a:pPr>
          <a:r>
            <a:rPr lang="en-US" sz="1000" b="1" i="0" kern="1200" dirty="0">
              <a:latin typeface="Calibri" panose="020F0502020204030204" pitchFamily="34" charset="0"/>
              <a:cs typeface="Calibri" panose="020F0502020204030204" pitchFamily="34" charset="0"/>
            </a:rPr>
            <a:t>First Last Name</a:t>
          </a:r>
        </a:p>
        <a:p>
          <a:pPr marL="0" lvl="0" indent="0" algn="ctr" defTabSz="444500">
            <a:lnSpc>
              <a:spcPct val="90000"/>
            </a:lnSpc>
            <a:spcBef>
              <a:spcPct val="0"/>
            </a:spcBef>
            <a:spcAft>
              <a:spcPts val="300"/>
            </a:spcAft>
            <a:buNone/>
          </a:pPr>
          <a:r>
            <a:rPr lang="en-US" sz="1000" kern="1200" dirty="0"/>
            <a:t>Title lorem Ipsum lorem ipsum</a:t>
          </a:r>
        </a:p>
      </dsp:txBody>
      <dsp:txXfrm>
        <a:off x="3326301" y="525052"/>
        <a:ext cx="1827207" cy="413871"/>
      </dsp:txXfrm>
    </dsp:sp>
    <dsp:sp modelId="{E1B2C4A6-3E45-FE43-9551-E7EC9F1C1759}">
      <dsp:nvSpPr>
        <dsp:cNvPr id="0" name=""/>
        <dsp:cNvSpPr/>
      </dsp:nvSpPr>
      <dsp:spPr>
        <a:xfrm>
          <a:off x="876" y="1112749"/>
          <a:ext cx="1660467"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ct val="35000"/>
            </a:spcAft>
            <a:buNone/>
          </a:pPr>
          <a:r>
            <a:rPr lang="en-US" sz="1000" kern="1200" dirty="0">
              <a:latin typeface="+mn-lt"/>
            </a:rPr>
            <a:t>Title lorem Ipsum lorem</a:t>
          </a:r>
        </a:p>
      </dsp:txBody>
      <dsp:txXfrm>
        <a:off x="876" y="1112749"/>
        <a:ext cx="1660467" cy="413871"/>
      </dsp:txXfrm>
    </dsp:sp>
    <dsp:sp modelId="{C8ED8376-491F-4D4B-B7D9-DC348B95D873}">
      <dsp:nvSpPr>
        <dsp:cNvPr id="0" name=""/>
        <dsp:cNvSpPr/>
      </dsp:nvSpPr>
      <dsp:spPr>
        <a:xfrm>
          <a:off x="415993" y="1700445"/>
          <a:ext cx="1128684"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ts val="3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ts val="300"/>
            </a:spcAft>
            <a:buNone/>
          </a:pPr>
          <a:r>
            <a:rPr lang="en-US" sz="1000" kern="1200" dirty="0">
              <a:latin typeface="+mn-lt"/>
            </a:rPr>
            <a:t>Title</a:t>
          </a:r>
          <a:endParaRPr lang="en-US" sz="1000" kern="1200" dirty="0"/>
        </a:p>
      </dsp:txBody>
      <dsp:txXfrm>
        <a:off x="415993" y="1700445"/>
        <a:ext cx="1128684" cy="413871"/>
      </dsp:txXfrm>
    </dsp:sp>
    <dsp:sp modelId="{C28BB3D0-4052-4A40-9FF7-DE4B100DF145}">
      <dsp:nvSpPr>
        <dsp:cNvPr id="0" name=""/>
        <dsp:cNvSpPr/>
      </dsp:nvSpPr>
      <dsp:spPr>
        <a:xfrm>
          <a:off x="415993" y="2288142"/>
          <a:ext cx="1128684"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ts val="3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ts val="300"/>
            </a:spcAft>
            <a:buNone/>
          </a:pPr>
          <a:r>
            <a:rPr lang="en-US" sz="1000" kern="1200" dirty="0">
              <a:latin typeface="+mn-lt"/>
            </a:rPr>
            <a:t>Title</a:t>
          </a:r>
          <a:endParaRPr lang="en-US" sz="1000" kern="1200" dirty="0"/>
        </a:p>
      </dsp:txBody>
      <dsp:txXfrm>
        <a:off x="415993" y="2288142"/>
        <a:ext cx="1128684" cy="413871"/>
      </dsp:txXfrm>
    </dsp:sp>
    <dsp:sp modelId="{8CD2E794-D604-6A43-9B7B-F489D2A08C7E}">
      <dsp:nvSpPr>
        <dsp:cNvPr id="0" name=""/>
        <dsp:cNvSpPr/>
      </dsp:nvSpPr>
      <dsp:spPr>
        <a:xfrm>
          <a:off x="415993" y="2875839"/>
          <a:ext cx="1128684"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ts val="3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ts val="300"/>
            </a:spcAft>
            <a:buNone/>
          </a:pPr>
          <a:r>
            <a:rPr lang="en-US" sz="1000" kern="1200" dirty="0">
              <a:latin typeface="+mn-lt"/>
            </a:rPr>
            <a:t>Title</a:t>
          </a:r>
          <a:endParaRPr lang="en-US" sz="1000" kern="1200" dirty="0"/>
        </a:p>
      </dsp:txBody>
      <dsp:txXfrm>
        <a:off x="415993" y="2875839"/>
        <a:ext cx="1128684" cy="413871"/>
      </dsp:txXfrm>
    </dsp:sp>
    <dsp:sp modelId="{B2E0EA93-0ECA-F448-906D-C87CCA9EE1E8}">
      <dsp:nvSpPr>
        <dsp:cNvPr id="0" name=""/>
        <dsp:cNvSpPr/>
      </dsp:nvSpPr>
      <dsp:spPr>
        <a:xfrm>
          <a:off x="1835169" y="1112749"/>
          <a:ext cx="1597153"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ct val="35000"/>
            </a:spcAft>
            <a:buNone/>
          </a:pPr>
          <a:r>
            <a:rPr lang="en-US" sz="1000" kern="1200" dirty="0">
              <a:latin typeface="+mn-lt"/>
            </a:rPr>
            <a:t>Title lorem Ipsum lorem</a:t>
          </a:r>
          <a:endParaRPr lang="en-US" sz="1000" b="1" i="0" kern="1200" dirty="0">
            <a:latin typeface="+mn-lt"/>
            <a:cs typeface="Calibri" panose="020F0502020204030204" pitchFamily="34" charset="0"/>
          </a:endParaRPr>
        </a:p>
      </dsp:txBody>
      <dsp:txXfrm>
        <a:off x="1835169" y="1112749"/>
        <a:ext cx="1597153" cy="413871"/>
      </dsp:txXfrm>
    </dsp:sp>
    <dsp:sp modelId="{078F94E2-EC10-A14D-9BE3-CFDF8CA7396D}">
      <dsp:nvSpPr>
        <dsp:cNvPr id="0" name=""/>
        <dsp:cNvSpPr/>
      </dsp:nvSpPr>
      <dsp:spPr>
        <a:xfrm>
          <a:off x="2234457" y="1700445"/>
          <a:ext cx="1143633"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ts val="3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ts val="300"/>
            </a:spcAft>
            <a:buNone/>
          </a:pPr>
          <a:r>
            <a:rPr lang="en-US" sz="1000" kern="1200" dirty="0">
              <a:latin typeface="+mn-lt"/>
            </a:rPr>
            <a:t>Title</a:t>
          </a:r>
          <a:endParaRPr lang="en-US" sz="1000" kern="1200" dirty="0"/>
        </a:p>
      </dsp:txBody>
      <dsp:txXfrm>
        <a:off x="2234457" y="1700445"/>
        <a:ext cx="1143633" cy="413871"/>
      </dsp:txXfrm>
    </dsp:sp>
    <dsp:sp modelId="{3CA5CE02-5D97-954C-B8F5-4043221E8334}">
      <dsp:nvSpPr>
        <dsp:cNvPr id="0" name=""/>
        <dsp:cNvSpPr/>
      </dsp:nvSpPr>
      <dsp:spPr>
        <a:xfrm>
          <a:off x="2234457" y="2288142"/>
          <a:ext cx="1143633"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ts val="3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ts val="300"/>
            </a:spcAft>
            <a:buNone/>
          </a:pPr>
          <a:r>
            <a:rPr lang="en-US" sz="1000" kern="1200" dirty="0">
              <a:latin typeface="+mn-lt"/>
            </a:rPr>
            <a:t>Title</a:t>
          </a:r>
          <a:endParaRPr lang="en-US" sz="1000" kern="1200" dirty="0"/>
        </a:p>
      </dsp:txBody>
      <dsp:txXfrm>
        <a:off x="2234457" y="2288142"/>
        <a:ext cx="1143633" cy="413871"/>
      </dsp:txXfrm>
    </dsp:sp>
    <dsp:sp modelId="{7D599CFE-BF17-FC45-AC9D-7BB14C12BDCE}">
      <dsp:nvSpPr>
        <dsp:cNvPr id="0" name=""/>
        <dsp:cNvSpPr/>
      </dsp:nvSpPr>
      <dsp:spPr>
        <a:xfrm>
          <a:off x="2234457" y="2875839"/>
          <a:ext cx="1143633"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ts val="3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ts val="300"/>
            </a:spcAft>
            <a:buNone/>
          </a:pPr>
          <a:r>
            <a:rPr lang="en-US" sz="1000" kern="1200" dirty="0">
              <a:latin typeface="+mn-lt"/>
            </a:rPr>
            <a:t>Title</a:t>
          </a:r>
          <a:endParaRPr lang="en-US" sz="1000" b="1" i="0" kern="1200" dirty="0">
            <a:latin typeface="+mn-lt"/>
            <a:cs typeface="Calibri" panose="020F0502020204030204" pitchFamily="34" charset="0"/>
          </a:endParaRPr>
        </a:p>
      </dsp:txBody>
      <dsp:txXfrm>
        <a:off x="2234457" y="2875839"/>
        <a:ext cx="1143633" cy="413871"/>
      </dsp:txXfrm>
    </dsp:sp>
    <dsp:sp modelId="{14A1EFE2-A4D4-6541-9D27-541758795F50}">
      <dsp:nvSpPr>
        <dsp:cNvPr id="0" name=""/>
        <dsp:cNvSpPr/>
      </dsp:nvSpPr>
      <dsp:spPr>
        <a:xfrm>
          <a:off x="3606148" y="1112749"/>
          <a:ext cx="1543962"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ct val="35000"/>
            </a:spcAft>
            <a:buNone/>
          </a:pPr>
          <a:r>
            <a:rPr lang="en-US" sz="1000" kern="1200" dirty="0">
              <a:latin typeface="+mn-lt"/>
            </a:rPr>
            <a:t>Title lorem Ipsum lorem</a:t>
          </a:r>
        </a:p>
      </dsp:txBody>
      <dsp:txXfrm>
        <a:off x="3606148" y="1112749"/>
        <a:ext cx="1543962" cy="413871"/>
      </dsp:txXfrm>
    </dsp:sp>
    <dsp:sp modelId="{4827C32C-D325-0642-B7CF-A5FE2AF70684}">
      <dsp:nvSpPr>
        <dsp:cNvPr id="0" name=""/>
        <dsp:cNvSpPr/>
      </dsp:nvSpPr>
      <dsp:spPr>
        <a:xfrm>
          <a:off x="3992139" y="1700445"/>
          <a:ext cx="1131523"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ts val="3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ts val="300"/>
            </a:spcAft>
            <a:buNone/>
          </a:pPr>
          <a:r>
            <a:rPr lang="en-US" sz="1000" kern="1200" dirty="0">
              <a:latin typeface="+mn-lt"/>
            </a:rPr>
            <a:t>Title</a:t>
          </a:r>
          <a:endParaRPr lang="en-US" sz="1000" kern="1200" dirty="0"/>
        </a:p>
      </dsp:txBody>
      <dsp:txXfrm>
        <a:off x="3992139" y="1700445"/>
        <a:ext cx="1131523" cy="413871"/>
      </dsp:txXfrm>
    </dsp:sp>
    <dsp:sp modelId="{9E9FA04F-4751-3B47-8BC7-3575A263CF19}">
      <dsp:nvSpPr>
        <dsp:cNvPr id="0" name=""/>
        <dsp:cNvSpPr/>
      </dsp:nvSpPr>
      <dsp:spPr>
        <a:xfrm>
          <a:off x="3992139" y="2288142"/>
          <a:ext cx="1131523"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ts val="3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ts val="300"/>
            </a:spcAft>
            <a:buNone/>
          </a:pPr>
          <a:r>
            <a:rPr lang="en-US" sz="1000" kern="1200" dirty="0">
              <a:latin typeface="+mn-lt"/>
            </a:rPr>
            <a:t>Title</a:t>
          </a:r>
          <a:endParaRPr lang="en-US" sz="1000" kern="1200" dirty="0"/>
        </a:p>
      </dsp:txBody>
      <dsp:txXfrm>
        <a:off x="3992139" y="2288142"/>
        <a:ext cx="1131523" cy="413871"/>
      </dsp:txXfrm>
    </dsp:sp>
    <dsp:sp modelId="{645CF69C-C282-4A44-B958-D658761B6EBA}">
      <dsp:nvSpPr>
        <dsp:cNvPr id="0" name=""/>
        <dsp:cNvSpPr/>
      </dsp:nvSpPr>
      <dsp:spPr>
        <a:xfrm>
          <a:off x="3992139" y="2875839"/>
          <a:ext cx="1131523"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ts val="3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ts val="300"/>
            </a:spcAft>
            <a:buNone/>
          </a:pPr>
          <a:r>
            <a:rPr lang="en-US" sz="1000" kern="1200" dirty="0">
              <a:latin typeface="+mn-lt"/>
            </a:rPr>
            <a:t>Title</a:t>
          </a:r>
          <a:endParaRPr lang="en-US" sz="1000" kern="1200" dirty="0"/>
        </a:p>
      </dsp:txBody>
      <dsp:txXfrm>
        <a:off x="3992139" y="2875839"/>
        <a:ext cx="1131523" cy="413871"/>
      </dsp:txXfrm>
    </dsp:sp>
    <dsp:sp modelId="{50E9E0F2-1D82-714F-9CE3-57F7CCE20998}">
      <dsp:nvSpPr>
        <dsp:cNvPr id="0" name=""/>
        <dsp:cNvSpPr/>
      </dsp:nvSpPr>
      <dsp:spPr>
        <a:xfrm>
          <a:off x="5323937" y="1112749"/>
          <a:ext cx="1496921"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ct val="35000"/>
            </a:spcAft>
            <a:buNone/>
          </a:pPr>
          <a:r>
            <a:rPr lang="en-US" sz="1000" kern="1200" dirty="0">
              <a:latin typeface="+mn-lt"/>
            </a:rPr>
            <a:t>Title lorem Ipsum lorem</a:t>
          </a:r>
        </a:p>
      </dsp:txBody>
      <dsp:txXfrm>
        <a:off x="5323937" y="1112749"/>
        <a:ext cx="1496921" cy="413871"/>
      </dsp:txXfrm>
    </dsp:sp>
    <dsp:sp modelId="{E8816B7A-E45A-D64F-8CA8-01D07FFA252E}">
      <dsp:nvSpPr>
        <dsp:cNvPr id="0" name=""/>
        <dsp:cNvSpPr/>
      </dsp:nvSpPr>
      <dsp:spPr>
        <a:xfrm>
          <a:off x="5698167" y="1700445"/>
          <a:ext cx="1137789"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ts val="3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ts val="300"/>
            </a:spcAft>
            <a:buNone/>
          </a:pPr>
          <a:r>
            <a:rPr lang="en-US" sz="1000" kern="1200" dirty="0">
              <a:latin typeface="+mn-lt"/>
            </a:rPr>
            <a:t>Title</a:t>
          </a:r>
          <a:endParaRPr lang="en-US" sz="1000" kern="1200" dirty="0"/>
        </a:p>
      </dsp:txBody>
      <dsp:txXfrm>
        <a:off x="5698167" y="1700445"/>
        <a:ext cx="1137789" cy="413871"/>
      </dsp:txXfrm>
    </dsp:sp>
    <dsp:sp modelId="{87F51C90-755E-F540-8F6A-AB7729C4F239}">
      <dsp:nvSpPr>
        <dsp:cNvPr id="0" name=""/>
        <dsp:cNvSpPr/>
      </dsp:nvSpPr>
      <dsp:spPr>
        <a:xfrm>
          <a:off x="5698167" y="2288142"/>
          <a:ext cx="1137789"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ts val="3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ts val="300"/>
            </a:spcAft>
            <a:buNone/>
          </a:pPr>
          <a:r>
            <a:rPr lang="en-US" sz="1000" kern="1200" dirty="0">
              <a:latin typeface="+mn-lt"/>
            </a:rPr>
            <a:t>Title</a:t>
          </a:r>
          <a:endParaRPr lang="en-US" sz="1000" kern="1200" dirty="0"/>
        </a:p>
      </dsp:txBody>
      <dsp:txXfrm>
        <a:off x="5698167" y="2288142"/>
        <a:ext cx="1137789" cy="413871"/>
      </dsp:txXfrm>
    </dsp:sp>
    <dsp:sp modelId="{A0A34F39-8775-074A-9076-E58A5C78A4BA}">
      <dsp:nvSpPr>
        <dsp:cNvPr id="0" name=""/>
        <dsp:cNvSpPr/>
      </dsp:nvSpPr>
      <dsp:spPr>
        <a:xfrm>
          <a:off x="5698167" y="2875839"/>
          <a:ext cx="1137789"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ts val="3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ts val="300"/>
            </a:spcAft>
            <a:buNone/>
          </a:pPr>
          <a:r>
            <a:rPr lang="en-US" sz="1000" kern="1200" dirty="0">
              <a:latin typeface="+mn-lt"/>
            </a:rPr>
            <a:t>Title</a:t>
          </a:r>
          <a:endParaRPr lang="en-US" sz="1000" kern="1200" dirty="0"/>
        </a:p>
      </dsp:txBody>
      <dsp:txXfrm>
        <a:off x="5698167" y="2875839"/>
        <a:ext cx="1137789" cy="413871"/>
      </dsp:txXfrm>
    </dsp:sp>
    <dsp:sp modelId="{7E43C790-FA6B-6941-9988-5980B8E7F48F}">
      <dsp:nvSpPr>
        <dsp:cNvPr id="0" name=""/>
        <dsp:cNvSpPr/>
      </dsp:nvSpPr>
      <dsp:spPr>
        <a:xfrm>
          <a:off x="6994684" y="1112749"/>
          <a:ext cx="1484249"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ct val="35000"/>
            </a:spcAft>
            <a:buNone/>
          </a:pPr>
          <a:r>
            <a:rPr lang="en-US" sz="1000" kern="1200" dirty="0">
              <a:latin typeface="+mn-lt"/>
            </a:rPr>
            <a:t>Title lorem Ipsum lorem</a:t>
          </a:r>
          <a:endParaRPr lang="en-US" sz="1000" b="1" i="0" kern="1200" dirty="0">
            <a:latin typeface="+mn-lt"/>
            <a:cs typeface="Calibri" panose="020F0502020204030204" pitchFamily="34" charset="0"/>
          </a:endParaRPr>
        </a:p>
      </dsp:txBody>
      <dsp:txXfrm>
        <a:off x="6994684" y="1112749"/>
        <a:ext cx="1484249" cy="413871"/>
      </dsp:txXfrm>
    </dsp:sp>
    <dsp:sp modelId="{661DD054-7E41-794B-82A0-7522EB530354}">
      <dsp:nvSpPr>
        <dsp:cNvPr id="0" name=""/>
        <dsp:cNvSpPr/>
      </dsp:nvSpPr>
      <dsp:spPr>
        <a:xfrm>
          <a:off x="7365747" y="1700445"/>
          <a:ext cx="1136026"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ts val="3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ts val="300"/>
            </a:spcAft>
            <a:buNone/>
          </a:pPr>
          <a:r>
            <a:rPr lang="en-US" sz="1000" kern="1200" dirty="0">
              <a:latin typeface="+mn-lt"/>
            </a:rPr>
            <a:t>Title</a:t>
          </a:r>
          <a:endParaRPr lang="en-US" sz="1000" kern="1200" dirty="0"/>
        </a:p>
      </dsp:txBody>
      <dsp:txXfrm>
        <a:off x="7365747" y="1700445"/>
        <a:ext cx="1136026" cy="413871"/>
      </dsp:txXfrm>
    </dsp:sp>
    <dsp:sp modelId="{197752D9-9406-E045-804E-FFD001279680}">
      <dsp:nvSpPr>
        <dsp:cNvPr id="0" name=""/>
        <dsp:cNvSpPr/>
      </dsp:nvSpPr>
      <dsp:spPr>
        <a:xfrm>
          <a:off x="7365747" y="2288142"/>
          <a:ext cx="1136026"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ts val="3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ts val="300"/>
            </a:spcAft>
            <a:buNone/>
          </a:pPr>
          <a:r>
            <a:rPr lang="en-US" sz="1000" kern="1200" dirty="0">
              <a:latin typeface="+mn-lt"/>
            </a:rPr>
            <a:t>Title</a:t>
          </a:r>
          <a:endParaRPr lang="en-US" sz="1000" kern="1200" dirty="0"/>
        </a:p>
      </dsp:txBody>
      <dsp:txXfrm>
        <a:off x="7365747" y="2288142"/>
        <a:ext cx="1136026" cy="413871"/>
      </dsp:txXfrm>
    </dsp:sp>
    <dsp:sp modelId="{11568EEE-BBE2-8848-8A7E-CE53B7C2A9C3}">
      <dsp:nvSpPr>
        <dsp:cNvPr id="0" name=""/>
        <dsp:cNvSpPr/>
      </dsp:nvSpPr>
      <dsp:spPr>
        <a:xfrm>
          <a:off x="7365747" y="2875839"/>
          <a:ext cx="1136026" cy="413871"/>
        </a:xfrm>
        <a:prstGeom prst="rect">
          <a:avLst/>
        </a:prstGeom>
        <a:solidFill>
          <a:schemeClr val="lt1">
            <a:hueOff val="0"/>
            <a:satOff val="0"/>
            <a:lumOff val="0"/>
            <a:alphaOff val="0"/>
          </a:schemeClr>
        </a:solidFill>
        <a:ln w="3175" cap="flat" cmpd="sng" algn="ctr">
          <a:solidFill>
            <a:srgbClr val="53565A"/>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ts val="300"/>
            </a:spcAft>
            <a:buNone/>
          </a:pPr>
          <a:r>
            <a:rPr lang="en-US" sz="1000" b="1" i="0" kern="1200" dirty="0">
              <a:latin typeface="+mn-lt"/>
              <a:cs typeface="Calibri" panose="020F0502020204030204" pitchFamily="34" charset="0"/>
            </a:rPr>
            <a:t>First Last Name</a:t>
          </a:r>
        </a:p>
        <a:p>
          <a:pPr marL="0" lvl="0" indent="0" algn="ctr" defTabSz="444500">
            <a:lnSpc>
              <a:spcPct val="90000"/>
            </a:lnSpc>
            <a:spcBef>
              <a:spcPct val="0"/>
            </a:spcBef>
            <a:spcAft>
              <a:spcPts val="300"/>
            </a:spcAft>
            <a:buNone/>
          </a:pPr>
          <a:r>
            <a:rPr lang="en-US" sz="1000" kern="1200" dirty="0">
              <a:latin typeface="+mn-lt"/>
            </a:rPr>
            <a:t>Title</a:t>
          </a:r>
          <a:endParaRPr lang="en-US" sz="1000" kern="1200" dirty="0"/>
        </a:p>
      </dsp:txBody>
      <dsp:txXfrm>
        <a:off x="7365747" y="2875839"/>
        <a:ext cx="1136026" cy="41387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612655-39F8-F347-982F-58746B965C3A}" type="datetimeFigureOut">
              <a:rPr lang="en-US" smtClean="0"/>
              <a:t>6/17/26</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F6E32E-09CA-1D45-A9FC-AFD720388DA7}" type="slidenum">
              <a:rPr lang="en-US" smtClean="0"/>
              <a:t>‹#›</a:t>
            </a:fld>
            <a:endParaRPr lang="en-US"/>
          </a:p>
        </p:txBody>
      </p:sp>
    </p:spTree>
    <p:extLst>
      <p:ext uri="{BB962C8B-B14F-4D97-AF65-F5344CB8AC3E}">
        <p14:creationId xmlns:p14="http://schemas.microsoft.com/office/powerpoint/2010/main" val="2816541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txt only">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8E09CB8-D2FE-FC08-3908-931EE2A904C7}"/>
              </a:ext>
            </a:extLst>
          </p:cNvPr>
          <p:cNvSpPr/>
          <p:nvPr userDrawn="1"/>
        </p:nvSpPr>
        <p:spPr>
          <a:xfrm>
            <a:off x="0" y="47628"/>
            <a:ext cx="3200400" cy="5667372"/>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b="1" dirty="0"/>
          </a:p>
        </p:txBody>
      </p:sp>
      <p:pic>
        <p:nvPicPr>
          <p:cNvPr id="14" name="Picture 13" descr="Background pattern&#10;&#10;Description automatically generated">
            <a:extLst>
              <a:ext uri="{FF2B5EF4-FFF2-40B4-BE49-F238E27FC236}">
                <a16:creationId xmlns:a16="http://schemas.microsoft.com/office/drawing/2014/main" id="{F57962F0-D43B-AD1B-95F7-59D2CF576262}"/>
              </a:ext>
            </a:extLst>
          </p:cNvPr>
          <p:cNvPicPr>
            <a:picLocks noChangeAspect="1"/>
          </p:cNvPicPr>
          <p:nvPr userDrawn="1"/>
        </p:nvPicPr>
        <p:blipFill>
          <a:blip r:embed="rId2"/>
          <a:stretch>
            <a:fillRect/>
          </a:stretch>
        </p:blipFill>
        <p:spPr>
          <a:xfrm>
            <a:off x="0" y="0"/>
            <a:ext cx="3215261" cy="5715000"/>
          </a:xfrm>
          <a:prstGeom prst="rect">
            <a:avLst/>
          </a:prstGeom>
        </p:spPr>
      </p:pic>
      <p:sp>
        <p:nvSpPr>
          <p:cNvPr id="2" name="Title 1"/>
          <p:cNvSpPr>
            <a:spLocks noGrp="1"/>
          </p:cNvSpPr>
          <p:nvPr>
            <p:ph type="ctrTitle" hasCustomPrompt="1"/>
          </p:nvPr>
        </p:nvSpPr>
        <p:spPr>
          <a:xfrm>
            <a:off x="1363132" y="1955800"/>
            <a:ext cx="7479792" cy="1405468"/>
          </a:xfrm>
        </p:spPr>
        <p:txBody>
          <a:bodyPr anchor="t" anchorCtr="0"/>
          <a:lstStyle>
            <a:lvl1pPr algn="l">
              <a:defRPr sz="4500">
                <a:solidFill>
                  <a:schemeClr val="bg1"/>
                </a:solidFill>
              </a:defRPr>
            </a:lvl1pPr>
          </a:lstStyle>
          <a:p>
            <a:r>
              <a:rPr lang="en-US" dirty="0"/>
              <a:t>Click to edit main title style, continues across two lines</a:t>
            </a:r>
          </a:p>
        </p:txBody>
      </p:sp>
      <p:sp>
        <p:nvSpPr>
          <p:cNvPr id="3" name="Subtitle 2"/>
          <p:cNvSpPr>
            <a:spLocks noGrp="1"/>
          </p:cNvSpPr>
          <p:nvPr>
            <p:ph type="subTitle" idx="1" hasCustomPrompt="1"/>
          </p:nvPr>
        </p:nvSpPr>
        <p:spPr>
          <a:xfrm>
            <a:off x="3688080" y="3386669"/>
            <a:ext cx="3935306" cy="1198881"/>
          </a:xfrm>
        </p:spPr>
        <p:txBody>
          <a:bodyPr/>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First Last Name</a:t>
            </a:r>
          </a:p>
          <a:p>
            <a:r>
              <a:rPr lang="en-US" dirty="0"/>
              <a:t>Department</a:t>
            </a:r>
          </a:p>
          <a:p>
            <a:r>
              <a:rPr lang="en-US" dirty="0"/>
              <a:t>Date 20XX</a:t>
            </a:r>
          </a:p>
        </p:txBody>
      </p:sp>
      <p:pic>
        <p:nvPicPr>
          <p:cNvPr id="7" name="Picture 6">
            <a:extLst>
              <a:ext uri="{FF2B5EF4-FFF2-40B4-BE49-F238E27FC236}">
                <a16:creationId xmlns:a16="http://schemas.microsoft.com/office/drawing/2014/main" id="{E24CEC4E-08A4-C71F-B0A5-85DDDB2EA33F}"/>
              </a:ext>
            </a:extLst>
          </p:cNvPr>
          <p:cNvPicPr>
            <a:picLocks noChangeAspect="1"/>
          </p:cNvPicPr>
          <p:nvPr userDrawn="1"/>
        </p:nvPicPr>
        <p:blipFill>
          <a:blip r:embed="rId3"/>
          <a:srcRect/>
          <a:stretch/>
        </p:blipFill>
        <p:spPr>
          <a:xfrm>
            <a:off x="7371040" y="5383110"/>
            <a:ext cx="1573183" cy="192741"/>
          </a:xfrm>
          <a:prstGeom prst="rect">
            <a:avLst/>
          </a:prstGeom>
        </p:spPr>
      </p:pic>
    </p:spTree>
    <p:extLst>
      <p:ext uri="{BB962C8B-B14F-4D97-AF65-F5344CB8AC3E}">
        <p14:creationId xmlns:p14="http://schemas.microsoft.com/office/powerpoint/2010/main" val="1979908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mage">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C311A1E-26C7-BEBB-80B2-0E069D1C58F0}"/>
              </a:ext>
            </a:extLst>
          </p:cNvPr>
          <p:cNvSpPr/>
          <p:nvPr userDrawn="1"/>
        </p:nvSpPr>
        <p:spPr>
          <a:xfrm>
            <a:off x="0" y="47628"/>
            <a:ext cx="3200400" cy="5667372"/>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b="1" dirty="0"/>
          </a:p>
        </p:txBody>
      </p:sp>
      <p:pic>
        <p:nvPicPr>
          <p:cNvPr id="14" name="Picture 13" descr="Background pattern&#10;&#10;Description automatically generated">
            <a:extLst>
              <a:ext uri="{FF2B5EF4-FFF2-40B4-BE49-F238E27FC236}">
                <a16:creationId xmlns:a16="http://schemas.microsoft.com/office/drawing/2014/main" id="{F57962F0-D43B-AD1B-95F7-59D2CF576262}"/>
              </a:ext>
            </a:extLst>
          </p:cNvPr>
          <p:cNvPicPr>
            <a:picLocks noChangeAspect="1"/>
          </p:cNvPicPr>
          <p:nvPr userDrawn="1"/>
        </p:nvPicPr>
        <p:blipFill>
          <a:blip r:embed="rId2"/>
          <a:stretch>
            <a:fillRect/>
          </a:stretch>
        </p:blipFill>
        <p:spPr>
          <a:xfrm>
            <a:off x="0" y="0"/>
            <a:ext cx="3215261" cy="5715000"/>
          </a:xfrm>
          <a:prstGeom prst="rect">
            <a:avLst/>
          </a:prstGeom>
        </p:spPr>
      </p:pic>
      <p:sp>
        <p:nvSpPr>
          <p:cNvPr id="2" name="Title 1"/>
          <p:cNvSpPr>
            <a:spLocks noGrp="1"/>
          </p:cNvSpPr>
          <p:nvPr>
            <p:ph type="ctrTitle" hasCustomPrompt="1"/>
          </p:nvPr>
        </p:nvSpPr>
        <p:spPr>
          <a:xfrm>
            <a:off x="5025813" y="484442"/>
            <a:ext cx="3931919" cy="3288305"/>
          </a:xfrm>
        </p:spPr>
        <p:txBody>
          <a:bodyPr anchor="b"/>
          <a:lstStyle>
            <a:lvl1pPr algn="l">
              <a:defRPr sz="4500">
                <a:solidFill>
                  <a:schemeClr val="bg1"/>
                </a:solidFill>
              </a:defRPr>
            </a:lvl1pPr>
          </a:lstStyle>
          <a:p>
            <a:r>
              <a:rPr lang="en-US" dirty="0"/>
              <a:t>Click to edit main title style</a:t>
            </a:r>
          </a:p>
        </p:txBody>
      </p:sp>
      <p:sp>
        <p:nvSpPr>
          <p:cNvPr id="3" name="Subtitle 2"/>
          <p:cNvSpPr>
            <a:spLocks noGrp="1"/>
          </p:cNvSpPr>
          <p:nvPr>
            <p:ph type="subTitle" idx="1" hasCustomPrompt="1"/>
          </p:nvPr>
        </p:nvSpPr>
        <p:spPr>
          <a:xfrm>
            <a:off x="5025813" y="3854026"/>
            <a:ext cx="3935306" cy="1198881"/>
          </a:xfrm>
        </p:spPr>
        <p:txBody>
          <a:bodyPr/>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First Last Name</a:t>
            </a:r>
          </a:p>
          <a:p>
            <a:r>
              <a:rPr lang="en-US" dirty="0"/>
              <a:t>Department</a:t>
            </a:r>
          </a:p>
          <a:p>
            <a:r>
              <a:rPr lang="en-US" dirty="0"/>
              <a:t>Date 20XX</a:t>
            </a:r>
          </a:p>
        </p:txBody>
      </p:sp>
      <p:pic>
        <p:nvPicPr>
          <p:cNvPr id="7" name="Picture 6">
            <a:extLst>
              <a:ext uri="{FF2B5EF4-FFF2-40B4-BE49-F238E27FC236}">
                <a16:creationId xmlns:a16="http://schemas.microsoft.com/office/drawing/2014/main" id="{E24CEC4E-08A4-C71F-B0A5-85DDDB2EA33F}"/>
              </a:ext>
            </a:extLst>
          </p:cNvPr>
          <p:cNvPicPr>
            <a:picLocks noChangeAspect="1"/>
          </p:cNvPicPr>
          <p:nvPr userDrawn="1"/>
        </p:nvPicPr>
        <p:blipFill>
          <a:blip r:embed="rId3"/>
          <a:srcRect/>
          <a:stretch/>
        </p:blipFill>
        <p:spPr>
          <a:xfrm>
            <a:off x="7371040" y="5383110"/>
            <a:ext cx="1573183" cy="192741"/>
          </a:xfrm>
          <a:prstGeom prst="rect">
            <a:avLst/>
          </a:prstGeom>
        </p:spPr>
      </p:pic>
      <p:sp>
        <p:nvSpPr>
          <p:cNvPr id="10" name="Picture Placeholder 9">
            <a:extLst>
              <a:ext uri="{FF2B5EF4-FFF2-40B4-BE49-F238E27FC236}">
                <a16:creationId xmlns:a16="http://schemas.microsoft.com/office/drawing/2014/main" id="{5C0E9908-EFC8-2B4D-13A9-F0DFA354FB02}"/>
              </a:ext>
            </a:extLst>
          </p:cNvPr>
          <p:cNvSpPr>
            <a:spLocks noGrp="1"/>
          </p:cNvSpPr>
          <p:nvPr>
            <p:ph type="pic" sz="quarter" idx="10" hasCustomPrompt="1"/>
          </p:nvPr>
        </p:nvSpPr>
        <p:spPr>
          <a:xfrm>
            <a:off x="325437" y="484443"/>
            <a:ext cx="4568463" cy="4568464"/>
          </a:xfrm>
          <a:solidFill>
            <a:schemeClr val="bg2"/>
          </a:solidFill>
        </p:spPr>
        <p:txBody>
          <a:bodyPr anchor="ctr" anchorCtr="0">
            <a:normAutofit/>
          </a:bodyPr>
          <a:lstStyle>
            <a:lvl1pPr marL="0" indent="0" algn="ctr">
              <a:buNone/>
              <a:defRPr sz="800"/>
            </a:lvl1pPr>
          </a:lstStyle>
          <a:p>
            <a:r>
              <a:rPr lang="en-US" dirty="0"/>
              <a:t>Insert image (square ratio)</a:t>
            </a:r>
          </a:p>
          <a:p>
            <a:endParaRPr lang="en-US" dirty="0"/>
          </a:p>
          <a:p>
            <a:endParaRPr lang="en-US" dirty="0"/>
          </a:p>
        </p:txBody>
      </p:sp>
    </p:spTree>
    <p:extLst>
      <p:ext uri="{BB962C8B-B14F-4D97-AF65-F5344CB8AC3E}">
        <p14:creationId xmlns:p14="http://schemas.microsoft.com/office/powerpoint/2010/main" val="3644809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mage + graphic elements">
    <p:bg>
      <p:bgPr>
        <a:solidFill>
          <a:schemeClr val="bg1"/>
        </a:solidFill>
        <a:effectLst/>
      </p:bgPr>
    </p:bg>
    <p:spTree>
      <p:nvGrpSpPr>
        <p:cNvPr id="1" name=""/>
        <p:cNvGrpSpPr/>
        <p:nvPr/>
      </p:nvGrpSpPr>
      <p:grpSpPr>
        <a:xfrm>
          <a:off x="0" y="0"/>
          <a:ext cx="0" cy="0"/>
          <a:chOff x="0" y="0"/>
          <a:chExt cx="0" cy="0"/>
        </a:xfrm>
      </p:grpSpPr>
      <p:pic>
        <p:nvPicPr>
          <p:cNvPr id="8" name="Picture 7" descr="A picture containing text, silhouette&#10;&#10;Description automatically generated">
            <a:extLst>
              <a:ext uri="{FF2B5EF4-FFF2-40B4-BE49-F238E27FC236}">
                <a16:creationId xmlns:a16="http://schemas.microsoft.com/office/drawing/2014/main" id="{62FC2C5C-4480-C310-F167-8EE8AC2F1060}"/>
              </a:ext>
            </a:extLst>
          </p:cNvPr>
          <p:cNvPicPr>
            <a:picLocks noChangeAspect="1"/>
          </p:cNvPicPr>
          <p:nvPr userDrawn="1"/>
        </p:nvPicPr>
        <p:blipFill>
          <a:blip r:embed="rId2"/>
          <a:stretch>
            <a:fillRect/>
          </a:stretch>
        </p:blipFill>
        <p:spPr>
          <a:xfrm>
            <a:off x="947058" y="-11194"/>
            <a:ext cx="8196942" cy="5726194"/>
          </a:xfrm>
          <a:prstGeom prst="rect">
            <a:avLst/>
          </a:prstGeom>
          <a:noFill/>
        </p:spPr>
      </p:pic>
      <p:pic>
        <p:nvPicPr>
          <p:cNvPr id="10" name="Picture 9">
            <a:extLst>
              <a:ext uri="{FF2B5EF4-FFF2-40B4-BE49-F238E27FC236}">
                <a16:creationId xmlns:a16="http://schemas.microsoft.com/office/drawing/2014/main" id="{08799441-F534-A055-49C0-8C4A658143D9}"/>
              </a:ext>
            </a:extLst>
          </p:cNvPr>
          <p:cNvPicPr>
            <a:picLocks noChangeAspect="1"/>
          </p:cNvPicPr>
          <p:nvPr userDrawn="1"/>
        </p:nvPicPr>
        <p:blipFill>
          <a:blip r:embed="rId3"/>
          <a:stretch>
            <a:fillRect/>
          </a:stretch>
        </p:blipFill>
        <p:spPr>
          <a:xfrm>
            <a:off x="0" y="4224338"/>
            <a:ext cx="9144000" cy="1490662"/>
          </a:xfrm>
          <a:prstGeom prst="rect">
            <a:avLst/>
          </a:prstGeom>
        </p:spPr>
      </p:pic>
      <p:pic>
        <p:nvPicPr>
          <p:cNvPr id="7" name="Picture 6">
            <a:extLst>
              <a:ext uri="{FF2B5EF4-FFF2-40B4-BE49-F238E27FC236}">
                <a16:creationId xmlns:a16="http://schemas.microsoft.com/office/drawing/2014/main" id="{E24CEC4E-08A4-C71F-B0A5-85DDDB2EA33F}"/>
              </a:ext>
            </a:extLst>
          </p:cNvPr>
          <p:cNvPicPr>
            <a:picLocks noChangeAspect="1"/>
          </p:cNvPicPr>
          <p:nvPr userDrawn="1"/>
        </p:nvPicPr>
        <p:blipFill>
          <a:blip r:embed="rId4"/>
          <a:srcRect/>
          <a:stretch/>
        </p:blipFill>
        <p:spPr>
          <a:xfrm>
            <a:off x="7371040" y="233979"/>
            <a:ext cx="1573183" cy="192741"/>
          </a:xfrm>
          <a:prstGeom prst="rect">
            <a:avLst/>
          </a:prstGeom>
        </p:spPr>
      </p:pic>
      <p:sp>
        <p:nvSpPr>
          <p:cNvPr id="4" name="Title 1">
            <a:extLst>
              <a:ext uri="{FF2B5EF4-FFF2-40B4-BE49-F238E27FC236}">
                <a16:creationId xmlns:a16="http://schemas.microsoft.com/office/drawing/2014/main" id="{FEF746EA-8D7B-2B2C-B6A6-AF6BC5BE2D76}"/>
              </a:ext>
            </a:extLst>
          </p:cNvPr>
          <p:cNvSpPr>
            <a:spLocks noGrp="1"/>
          </p:cNvSpPr>
          <p:nvPr>
            <p:ph type="ctrTitle" hasCustomPrompt="1"/>
          </p:nvPr>
        </p:nvSpPr>
        <p:spPr>
          <a:xfrm>
            <a:off x="5025813" y="853440"/>
            <a:ext cx="3931919" cy="2919307"/>
          </a:xfrm>
        </p:spPr>
        <p:txBody>
          <a:bodyPr anchor="b"/>
          <a:lstStyle>
            <a:lvl1pPr algn="l">
              <a:defRPr sz="4500">
                <a:solidFill>
                  <a:schemeClr val="bg1"/>
                </a:solidFill>
              </a:defRPr>
            </a:lvl1pPr>
          </a:lstStyle>
          <a:p>
            <a:r>
              <a:rPr lang="en-US" dirty="0"/>
              <a:t>Click to edit main title style</a:t>
            </a:r>
          </a:p>
        </p:txBody>
      </p:sp>
      <p:sp>
        <p:nvSpPr>
          <p:cNvPr id="5" name="Subtitle 2">
            <a:extLst>
              <a:ext uri="{FF2B5EF4-FFF2-40B4-BE49-F238E27FC236}">
                <a16:creationId xmlns:a16="http://schemas.microsoft.com/office/drawing/2014/main" id="{CC7A326A-5023-234E-A8FC-08D90ACB3215}"/>
              </a:ext>
            </a:extLst>
          </p:cNvPr>
          <p:cNvSpPr>
            <a:spLocks noGrp="1"/>
          </p:cNvSpPr>
          <p:nvPr>
            <p:ph type="subTitle" idx="1" hasCustomPrompt="1"/>
          </p:nvPr>
        </p:nvSpPr>
        <p:spPr>
          <a:xfrm>
            <a:off x="5025813" y="3854026"/>
            <a:ext cx="3935306" cy="1198881"/>
          </a:xfrm>
        </p:spPr>
        <p:txBody>
          <a:bodyPr/>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First Last Name</a:t>
            </a:r>
          </a:p>
          <a:p>
            <a:r>
              <a:rPr lang="en-US" dirty="0"/>
              <a:t>Department</a:t>
            </a:r>
          </a:p>
          <a:p>
            <a:r>
              <a:rPr lang="en-US" dirty="0"/>
              <a:t>Date 20XX</a:t>
            </a:r>
          </a:p>
        </p:txBody>
      </p:sp>
      <p:sp>
        <p:nvSpPr>
          <p:cNvPr id="12" name="Picture Placeholder 11">
            <a:extLst>
              <a:ext uri="{FF2B5EF4-FFF2-40B4-BE49-F238E27FC236}">
                <a16:creationId xmlns:a16="http://schemas.microsoft.com/office/drawing/2014/main" id="{56628AFC-58B4-A1DD-58D2-E36C40AFD249}"/>
              </a:ext>
            </a:extLst>
          </p:cNvPr>
          <p:cNvSpPr>
            <a:spLocks noGrp="1"/>
          </p:cNvSpPr>
          <p:nvPr>
            <p:ph type="pic" sz="quarter" idx="10" hasCustomPrompt="1"/>
          </p:nvPr>
        </p:nvSpPr>
        <p:spPr>
          <a:xfrm>
            <a:off x="0" y="0"/>
            <a:ext cx="6840538" cy="4875213"/>
          </a:xfrm>
          <a:custGeom>
            <a:avLst/>
            <a:gdLst>
              <a:gd name="connsiteX0" fmla="*/ 0 w 6840538"/>
              <a:gd name="connsiteY0" fmla="*/ 0 h 4875213"/>
              <a:gd name="connsiteX1" fmla="*/ 6840538 w 6840538"/>
              <a:gd name="connsiteY1" fmla="*/ 0 h 4875213"/>
              <a:gd name="connsiteX2" fmla="*/ 6840538 w 6840538"/>
              <a:gd name="connsiteY2" fmla="*/ 16083 h 4875213"/>
              <a:gd name="connsiteX3" fmla="*/ 6695809 w 6840538"/>
              <a:gd name="connsiteY3" fmla="*/ 15070 h 4875213"/>
              <a:gd name="connsiteX4" fmla="*/ 6448699 w 6840538"/>
              <a:gd name="connsiteY4" fmla="*/ 14802 h 4875213"/>
              <a:gd name="connsiteX5" fmla="*/ 6300778 w 6840538"/>
              <a:gd name="connsiteY5" fmla="*/ 37885 h 4875213"/>
              <a:gd name="connsiteX6" fmla="*/ 6038492 w 6840538"/>
              <a:gd name="connsiteY6" fmla="*/ 413015 h 4875213"/>
              <a:gd name="connsiteX7" fmla="*/ 6027641 w 6840538"/>
              <a:gd name="connsiteY7" fmla="*/ 652885 h 4875213"/>
              <a:gd name="connsiteX8" fmla="*/ 5709861 w 6840538"/>
              <a:gd name="connsiteY8" fmla="*/ 975948 h 4875213"/>
              <a:gd name="connsiteX9" fmla="*/ 5506495 w 6840538"/>
              <a:gd name="connsiteY9" fmla="*/ 981422 h 4875213"/>
              <a:gd name="connsiteX10" fmla="*/ 5164347 w 6840538"/>
              <a:gd name="connsiteY10" fmla="*/ 1290444 h 4875213"/>
              <a:gd name="connsiteX11" fmla="*/ 5153971 w 6840538"/>
              <a:gd name="connsiteY11" fmla="*/ 1448121 h 4875213"/>
              <a:gd name="connsiteX12" fmla="*/ 5133078 w 6840538"/>
              <a:gd name="connsiteY12" fmla="*/ 1670430 h 4875213"/>
              <a:gd name="connsiteX13" fmla="*/ 4811634 w 6840538"/>
              <a:gd name="connsiteY13" fmla="*/ 1938474 h 4875213"/>
              <a:gd name="connsiteX14" fmla="*/ 4634776 w 6840538"/>
              <a:gd name="connsiteY14" fmla="*/ 1943852 h 4875213"/>
              <a:gd name="connsiteX15" fmla="*/ 4273829 w 6840538"/>
              <a:gd name="connsiteY15" fmla="*/ 2340162 h 4875213"/>
              <a:gd name="connsiteX16" fmla="*/ 4272687 w 6840538"/>
              <a:gd name="connsiteY16" fmla="*/ 2689210 h 4875213"/>
              <a:gd name="connsiteX17" fmla="*/ 4272687 w 6840538"/>
              <a:gd name="connsiteY17" fmla="*/ 2869827 h 4875213"/>
              <a:gd name="connsiteX18" fmla="*/ 4238468 w 6840538"/>
              <a:gd name="connsiteY18" fmla="*/ 2869827 h 4875213"/>
              <a:gd name="connsiteX19" fmla="*/ 3821550 w 6840538"/>
              <a:gd name="connsiteY19" fmla="*/ 2870065 h 4875213"/>
              <a:gd name="connsiteX20" fmla="*/ 3644075 w 6840538"/>
              <a:gd name="connsiteY20" fmla="*/ 2906474 h 4875213"/>
              <a:gd name="connsiteX21" fmla="*/ 3420576 w 6840538"/>
              <a:gd name="connsiteY21" fmla="*/ 3235962 h 4875213"/>
              <a:gd name="connsiteX22" fmla="*/ 3410154 w 6840538"/>
              <a:gd name="connsiteY22" fmla="*/ 3483971 h 4875213"/>
              <a:gd name="connsiteX23" fmla="*/ 3087615 w 6840538"/>
              <a:gd name="connsiteY23" fmla="*/ 3832210 h 4875213"/>
              <a:gd name="connsiteX24" fmla="*/ 2881822 w 6840538"/>
              <a:gd name="connsiteY24" fmla="*/ 3837778 h 4875213"/>
              <a:gd name="connsiteX25" fmla="*/ 2545861 w 6840538"/>
              <a:gd name="connsiteY25" fmla="*/ 4132095 h 4875213"/>
              <a:gd name="connsiteX26" fmla="*/ 2532630 w 6840538"/>
              <a:gd name="connsiteY26" fmla="*/ 4284061 h 4875213"/>
              <a:gd name="connsiteX27" fmla="*/ 2517828 w 6840538"/>
              <a:gd name="connsiteY27" fmla="*/ 4496660 h 4875213"/>
              <a:gd name="connsiteX28" fmla="*/ 2459764 w 6840538"/>
              <a:gd name="connsiteY28" fmla="*/ 4635014 h 4875213"/>
              <a:gd name="connsiteX29" fmla="*/ 1514371 w 6840538"/>
              <a:gd name="connsiteY29" fmla="*/ 4417465 h 4875213"/>
              <a:gd name="connsiteX30" fmla="*/ 771726 w 6840538"/>
              <a:gd name="connsiteY30" fmla="*/ 4293675 h 4875213"/>
              <a:gd name="connsiteX31" fmla="*/ 367326 w 6840538"/>
              <a:gd name="connsiteY31" fmla="*/ 4253982 h 4875213"/>
              <a:gd name="connsiteX32" fmla="*/ 6188 w 6840538"/>
              <a:gd name="connsiteY32" fmla="*/ 4238990 h 4875213"/>
              <a:gd name="connsiteX33" fmla="*/ 6148 w 6840538"/>
              <a:gd name="connsiteY33" fmla="*/ 4875213 h 4875213"/>
              <a:gd name="connsiteX34" fmla="*/ 0 w 6840538"/>
              <a:gd name="connsiteY34" fmla="*/ 4875213 h 487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840538" h="4875213">
                <a:moveTo>
                  <a:pt x="0" y="0"/>
                </a:moveTo>
                <a:lnTo>
                  <a:pt x="6840538" y="0"/>
                </a:lnTo>
                <a:lnTo>
                  <a:pt x="6840538" y="16083"/>
                </a:lnTo>
                <a:lnTo>
                  <a:pt x="6695809" y="15070"/>
                </a:lnTo>
                <a:cubicBezTo>
                  <a:pt x="6613431" y="14350"/>
                  <a:pt x="6531059" y="13874"/>
                  <a:pt x="6448699" y="14802"/>
                </a:cubicBezTo>
                <a:cubicBezTo>
                  <a:pt x="6399249" y="15373"/>
                  <a:pt x="6348468" y="23416"/>
                  <a:pt x="6300778" y="37885"/>
                </a:cubicBezTo>
                <a:cubicBezTo>
                  <a:pt x="6141485" y="86335"/>
                  <a:pt x="6043966" y="229209"/>
                  <a:pt x="6038492" y="413015"/>
                </a:cubicBezTo>
                <a:cubicBezTo>
                  <a:pt x="6036113" y="493066"/>
                  <a:pt x="6037541" y="573881"/>
                  <a:pt x="6027641" y="652885"/>
                </a:cubicBezTo>
                <a:cubicBezTo>
                  <a:pt x="6006510" y="821841"/>
                  <a:pt x="5865443" y="963479"/>
                  <a:pt x="5709861" y="975948"/>
                </a:cubicBezTo>
                <a:cubicBezTo>
                  <a:pt x="5642326" y="981327"/>
                  <a:pt x="5574268" y="979327"/>
                  <a:pt x="5506495" y="981422"/>
                </a:cubicBezTo>
                <a:cubicBezTo>
                  <a:pt x="5339776" y="986561"/>
                  <a:pt x="5198090" y="1112541"/>
                  <a:pt x="5164347" y="1290444"/>
                </a:cubicBezTo>
                <a:cubicBezTo>
                  <a:pt x="5154638" y="1341608"/>
                  <a:pt x="5154971" y="1395435"/>
                  <a:pt x="5153971" y="1448121"/>
                </a:cubicBezTo>
                <a:cubicBezTo>
                  <a:pt x="5152591" y="1522986"/>
                  <a:pt x="5155352" y="1597897"/>
                  <a:pt x="5133078" y="1670430"/>
                </a:cubicBezTo>
                <a:cubicBezTo>
                  <a:pt x="5087484" y="1818730"/>
                  <a:pt x="4954794" y="1930383"/>
                  <a:pt x="4811634" y="1938474"/>
                </a:cubicBezTo>
                <a:cubicBezTo>
                  <a:pt x="4752760" y="1941806"/>
                  <a:pt x="4693744" y="1941853"/>
                  <a:pt x="4634776" y="1943852"/>
                </a:cubicBezTo>
                <a:cubicBezTo>
                  <a:pt x="4432696" y="1950801"/>
                  <a:pt x="4277779" y="2119995"/>
                  <a:pt x="4273829" y="2340162"/>
                </a:cubicBezTo>
                <a:cubicBezTo>
                  <a:pt x="4271735" y="2456480"/>
                  <a:pt x="4272878" y="2572846"/>
                  <a:pt x="4272687" y="2689210"/>
                </a:cubicBezTo>
                <a:cubicBezTo>
                  <a:pt x="4272592" y="2747893"/>
                  <a:pt x="4272687" y="2806576"/>
                  <a:pt x="4272687" y="2869827"/>
                </a:cubicBezTo>
                <a:cubicBezTo>
                  <a:pt x="4256933" y="2869827"/>
                  <a:pt x="4247700" y="2869827"/>
                  <a:pt x="4238468" y="2869827"/>
                </a:cubicBezTo>
                <a:cubicBezTo>
                  <a:pt x="4099495" y="2869827"/>
                  <a:pt x="3960523" y="2869303"/>
                  <a:pt x="3821550" y="2870065"/>
                </a:cubicBezTo>
                <a:cubicBezTo>
                  <a:pt x="3760583" y="2870398"/>
                  <a:pt x="3700664" y="2881012"/>
                  <a:pt x="3644075" y="2906474"/>
                </a:cubicBezTo>
                <a:cubicBezTo>
                  <a:pt x="3509292" y="2967203"/>
                  <a:pt x="3433998" y="3078191"/>
                  <a:pt x="3420576" y="3235962"/>
                </a:cubicBezTo>
                <a:cubicBezTo>
                  <a:pt x="3413581" y="3318251"/>
                  <a:pt x="3416532" y="3401539"/>
                  <a:pt x="3410154" y="3483971"/>
                </a:cubicBezTo>
                <a:cubicBezTo>
                  <a:pt x="3396209" y="3664111"/>
                  <a:pt x="3252763" y="3818932"/>
                  <a:pt x="3087615" y="3832210"/>
                </a:cubicBezTo>
                <a:cubicBezTo>
                  <a:pt x="3019270" y="3837683"/>
                  <a:pt x="2950403" y="3835399"/>
                  <a:pt x="2881822" y="3837778"/>
                </a:cubicBezTo>
                <a:cubicBezTo>
                  <a:pt x="2723098" y="3843300"/>
                  <a:pt x="2581889" y="3965043"/>
                  <a:pt x="2545861" y="4132095"/>
                </a:cubicBezTo>
                <a:cubicBezTo>
                  <a:pt x="2535247" y="4181165"/>
                  <a:pt x="2536104" y="4233278"/>
                  <a:pt x="2532630" y="4284061"/>
                </a:cubicBezTo>
                <a:cubicBezTo>
                  <a:pt x="2527775" y="4355022"/>
                  <a:pt x="2531392" y="4427840"/>
                  <a:pt x="2517828" y="4496660"/>
                </a:cubicBezTo>
                <a:cubicBezTo>
                  <a:pt x="2507833" y="4547300"/>
                  <a:pt x="2487559" y="4594131"/>
                  <a:pt x="2459764" y="4635014"/>
                </a:cubicBezTo>
                <a:cubicBezTo>
                  <a:pt x="2147029" y="4552440"/>
                  <a:pt x="1832104" y="4478670"/>
                  <a:pt x="1514371" y="4417465"/>
                </a:cubicBezTo>
                <a:cubicBezTo>
                  <a:pt x="1268028" y="4370014"/>
                  <a:pt x="1019925" y="4330703"/>
                  <a:pt x="771726" y="4293675"/>
                </a:cubicBezTo>
                <a:cubicBezTo>
                  <a:pt x="637894" y="4273733"/>
                  <a:pt x="502395" y="4263596"/>
                  <a:pt x="367326" y="4253982"/>
                </a:cubicBezTo>
                <a:cubicBezTo>
                  <a:pt x="247201" y="4245415"/>
                  <a:pt x="126600" y="4243702"/>
                  <a:pt x="6188" y="4238990"/>
                </a:cubicBezTo>
                <a:lnTo>
                  <a:pt x="6148" y="4875213"/>
                </a:lnTo>
                <a:lnTo>
                  <a:pt x="0" y="4875213"/>
                </a:lnTo>
                <a:close/>
              </a:path>
            </a:pathLst>
          </a:custGeom>
          <a:solidFill>
            <a:schemeClr val="bg1">
              <a:lumMod val="95000"/>
            </a:schemeClr>
          </a:solidFill>
        </p:spPr>
        <p:txBody>
          <a:bodyPr wrap="square" anchor="ctr" anchorCtr="0">
            <a:noAutofit/>
          </a:bodyPr>
          <a:lstStyle>
            <a:lvl1pPr marL="0" indent="0" algn="ctr">
              <a:buNone/>
              <a:defRPr sz="800"/>
            </a:lvl1pPr>
          </a:lstStyle>
          <a:p>
            <a:r>
              <a:rPr lang="en-US" dirty="0"/>
              <a:t>Insert image</a:t>
            </a:r>
          </a:p>
          <a:p>
            <a:endParaRPr lang="en-US" dirty="0"/>
          </a:p>
          <a:p>
            <a:endParaRPr lang="en-US" dirty="0"/>
          </a:p>
        </p:txBody>
      </p:sp>
    </p:spTree>
    <p:extLst>
      <p:ext uri="{BB962C8B-B14F-4D97-AF65-F5344CB8AC3E}">
        <p14:creationId xmlns:p14="http://schemas.microsoft.com/office/powerpoint/2010/main" val="499026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txt &amp; graphic elements">
    <p:bg>
      <p:bgPr>
        <a:solidFill>
          <a:schemeClr val="bg1"/>
        </a:solidFill>
        <a:effectLst/>
      </p:bgPr>
    </p:bg>
    <p:spTree>
      <p:nvGrpSpPr>
        <p:cNvPr id="1" name=""/>
        <p:cNvGrpSpPr/>
        <p:nvPr/>
      </p:nvGrpSpPr>
      <p:grpSpPr>
        <a:xfrm>
          <a:off x="0" y="0"/>
          <a:ext cx="0" cy="0"/>
          <a:chOff x="0" y="0"/>
          <a:chExt cx="0" cy="0"/>
        </a:xfrm>
      </p:grpSpPr>
      <p:pic>
        <p:nvPicPr>
          <p:cNvPr id="14" name="Picture 13" descr="Background pattern&#10;&#10;Description automatically generated">
            <a:extLst>
              <a:ext uri="{FF2B5EF4-FFF2-40B4-BE49-F238E27FC236}">
                <a16:creationId xmlns:a16="http://schemas.microsoft.com/office/drawing/2014/main" id="{F57962F0-D43B-AD1B-95F7-59D2CF576262}"/>
              </a:ext>
            </a:extLst>
          </p:cNvPr>
          <p:cNvPicPr>
            <a:picLocks noChangeAspect="1"/>
          </p:cNvPicPr>
          <p:nvPr userDrawn="1"/>
        </p:nvPicPr>
        <p:blipFill>
          <a:blip r:embed="rId2"/>
          <a:stretch>
            <a:fillRect/>
          </a:stretch>
        </p:blipFill>
        <p:spPr>
          <a:xfrm>
            <a:off x="0" y="0"/>
            <a:ext cx="3215261" cy="5715000"/>
          </a:xfrm>
          <a:prstGeom prst="rect">
            <a:avLst/>
          </a:prstGeom>
        </p:spPr>
      </p:pic>
      <p:sp>
        <p:nvSpPr>
          <p:cNvPr id="2" name="Title 1"/>
          <p:cNvSpPr>
            <a:spLocks noGrp="1"/>
          </p:cNvSpPr>
          <p:nvPr>
            <p:ph type="ctrTitle" hasCustomPrompt="1"/>
          </p:nvPr>
        </p:nvSpPr>
        <p:spPr>
          <a:xfrm>
            <a:off x="1363133" y="1955800"/>
            <a:ext cx="7476067" cy="1405468"/>
          </a:xfrm>
        </p:spPr>
        <p:txBody>
          <a:bodyPr anchor="t" anchorCtr="0"/>
          <a:lstStyle>
            <a:lvl1pPr algn="l">
              <a:defRPr sz="4500">
                <a:solidFill>
                  <a:schemeClr val="tx2"/>
                </a:solidFill>
              </a:defRPr>
            </a:lvl1pPr>
          </a:lstStyle>
          <a:p>
            <a:r>
              <a:rPr lang="en-US" dirty="0"/>
              <a:t>Click to edit main title style, continues across two lines</a:t>
            </a:r>
          </a:p>
        </p:txBody>
      </p:sp>
      <p:sp>
        <p:nvSpPr>
          <p:cNvPr id="3" name="Subtitle 2"/>
          <p:cNvSpPr>
            <a:spLocks noGrp="1"/>
          </p:cNvSpPr>
          <p:nvPr>
            <p:ph type="subTitle" idx="1" hasCustomPrompt="1"/>
          </p:nvPr>
        </p:nvSpPr>
        <p:spPr>
          <a:xfrm>
            <a:off x="3688080" y="3386669"/>
            <a:ext cx="3935306" cy="1198881"/>
          </a:xfrm>
        </p:spPr>
        <p:txBody>
          <a:bodyPr/>
          <a:lstStyle>
            <a:lvl1pPr marL="0" indent="0" algn="l">
              <a:buNone/>
              <a:defRPr sz="18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First Last Name</a:t>
            </a:r>
          </a:p>
          <a:p>
            <a:r>
              <a:rPr lang="en-US" dirty="0"/>
              <a:t>Department</a:t>
            </a:r>
          </a:p>
          <a:p>
            <a:r>
              <a:rPr lang="en-US" dirty="0"/>
              <a:t>Date 20XX</a:t>
            </a:r>
          </a:p>
        </p:txBody>
      </p:sp>
      <p:pic>
        <p:nvPicPr>
          <p:cNvPr id="7" name="Picture 6">
            <a:extLst>
              <a:ext uri="{FF2B5EF4-FFF2-40B4-BE49-F238E27FC236}">
                <a16:creationId xmlns:a16="http://schemas.microsoft.com/office/drawing/2014/main" id="{E24CEC4E-08A4-C71F-B0A5-85DDDB2EA33F}"/>
              </a:ext>
            </a:extLst>
          </p:cNvPr>
          <p:cNvPicPr>
            <a:picLocks noChangeAspect="1"/>
          </p:cNvPicPr>
          <p:nvPr userDrawn="1"/>
        </p:nvPicPr>
        <p:blipFill>
          <a:blip r:embed="rId3"/>
          <a:srcRect/>
          <a:stretch/>
        </p:blipFill>
        <p:spPr>
          <a:xfrm>
            <a:off x="7357532" y="5383110"/>
            <a:ext cx="1600200" cy="192741"/>
          </a:xfrm>
          <a:prstGeom prst="rect">
            <a:avLst/>
          </a:prstGeom>
        </p:spPr>
      </p:pic>
      <p:pic>
        <p:nvPicPr>
          <p:cNvPr id="4" name="Picture 3">
            <a:extLst>
              <a:ext uri="{FF2B5EF4-FFF2-40B4-BE49-F238E27FC236}">
                <a16:creationId xmlns:a16="http://schemas.microsoft.com/office/drawing/2014/main" id="{E390D0B6-7C8D-6AFE-0E0B-45D4A95D0210}"/>
              </a:ext>
            </a:extLst>
          </p:cNvPr>
          <p:cNvPicPr>
            <a:picLocks noChangeAspect="1"/>
          </p:cNvPicPr>
          <p:nvPr userDrawn="1"/>
        </p:nvPicPr>
        <p:blipFill>
          <a:blip r:embed="rId4"/>
          <a:srcRect/>
          <a:stretch/>
        </p:blipFill>
        <p:spPr>
          <a:xfrm>
            <a:off x="7357532" y="5381456"/>
            <a:ext cx="1600200" cy="196050"/>
          </a:xfrm>
          <a:prstGeom prst="rect">
            <a:avLst/>
          </a:prstGeom>
        </p:spPr>
      </p:pic>
    </p:spTree>
    <p:extLst>
      <p:ext uri="{BB962C8B-B14F-4D97-AF65-F5344CB8AC3E}">
        <p14:creationId xmlns:p14="http://schemas.microsoft.com/office/powerpoint/2010/main" val="1113588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txt on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363132" y="1955800"/>
            <a:ext cx="7479792" cy="1405468"/>
          </a:xfrm>
        </p:spPr>
        <p:txBody>
          <a:bodyPr anchor="t" anchorCtr="0"/>
          <a:lstStyle>
            <a:lvl1pPr algn="l">
              <a:defRPr sz="4500">
                <a:solidFill>
                  <a:schemeClr val="tx2"/>
                </a:solidFill>
              </a:defRPr>
            </a:lvl1pPr>
          </a:lstStyle>
          <a:p>
            <a:r>
              <a:rPr lang="en-US" dirty="0"/>
              <a:t>Click to edit main title style, continues across two lines</a:t>
            </a:r>
          </a:p>
        </p:txBody>
      </p:sp>
      <p:sp>
        <p:nvSpPr>
          <p:cNvPr id="3" name="Subtitle 2"/>
          <p:cNvSpPr>
            <a:spLocks noGrp="1"/>
          </p:cNvSpPr>
          <p:nvPr>
            <p:ph type="subTitle" idx="1" hasCustomPrompt="1"/>
          </p:nvPr>
        </p:nvSpPr>
        <p:spPr>
          <a:xfrm>
            <a:off x="3688080" y="3386669"/>
            <a:ext cx="3935306" cy="1198881"/>
          </a:xfrm>
        </p:spPr>
        <p:txBody>
          <a:bodyPr/>
          <a:lstStyle>
            <a:lvl1pPr marL="0" indent="0" algn="l">
              <a:buNone/>
              <a:defRPr sz="18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First Last Name</a:t>
            </a:r>
          </a:p>
          <a:p>
            <a:r>
              <a:rPr lang="en-US" dirty="0"/>
              <a:t>Department</a:t>
            </a:r>
          </a:p>
          <a:p>
            <a:r>
              <a:rPr lang="en-US" dirty="0"/>
              <a:t>Date 20XX</a:t>
            </a:r>
          </a:p>
        </p:txBody>
      </p:sp>
      <p:pic>
        <p:nvPicPr>
          <p:cNvPr id="7" name="Picture 6">
            <a:extLst>
              <a:ext uri="{FF2B5EF4-FFF2-40B4-BE49-F238E27FC236}">
                <a16:creationId xmlns:a16="http://schemas.microsoft.com/office/drawing/2014/main" id="{E24CEC4E-08A4-C71F-B0A5-85DDDB2EA33F}"/>
              </a:ext>
            </a:extLst>
          </p:cNvPr>
          <p:cNvPicPr>
            <a:picLocks noChangeAspect="1"/>
          </p:cNvPicPr>
          <p:nvPr userDrawn="1"/>
        </p:nvPicPr>
        <p:blipFill>
          <a:blip r:embed="rId2"/>
          <a:srcRect/>
          <a:stretch/>
        </p:blipFill>
        <p:spPr>
          <a:xfrm>
            <a:off x="7357532" y="5383110"/>
            <a:ext cx="1600200" cy="192741"/>
          </a:xfrm>
          <a:prstGeom prst="rect">
            <a:avLst/>
          </a:prstGeom>
        </p:spPr>
      </p:pic>
      <p:pic>
        <p:nvPicPr>
          <p:cNvPr id="4" name="Picture 3">
            <a:extLst>
              <a:ext uri="{FF2B5EF4-FFF2-40B4-BE49-F238E27FC236}">
                <a16:creationId xmlns:a16="http://schemas.microsoft.com/office/drawing/2014/main" id="{FE0637C8-ED3F-F19F-5C08-EBE8AF0932A4}"/>
              </a:ext>
            </a:extLst>
          </p:cNvPr>
          <p:cNvPicPr>
            <a:picLocks noChangeAspect="1"/>
          </p:cNvPicPr>
          <p:nvPr userDrawn="1"/>
        </p:nvPicPr>
        <p:blipFill>
          <a:blip r:embed="rId3"/>
          <a:srcRect/>
          <a:stretch/>
        </p:blipFill>
        <p:spPr>
          <a:xfrm>
            <a:off x="7357532" y="5381456"/>
            <a:ext cx="1600200" cy="196050"/>
          </a:xfrm>
          <a:prstGeom prst="rect">
            <a:avLst/>
          </a:prstGeom>
        </p:spPr>
      </p:pic>
    </p:spTree>
    <p:extLst>
      <p:ext uri="{BB962C8B-B14F-4D97-AF65-F5344CB8AC3E}">
        <p14:creationId xmlns:p14="http://schemas.microsoft.com/office/powerpoint/2010/main" val="1970894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0040" y="304271"/>
            <a:ext cx="8503920" cy="914929"/>
          </a:xfrm>
        </p:spPr>
        <p:txBody>
          <a:bodyPr/>
          <a:lstStyle/>
          <a:p>
            <a:r>
              <a:rPr lang="en-US" dirty="0"/>
              <a:t>Content slide – title one line</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tx2"/>
                </a:solidFill>
              </a:defRPr>
            </a:lvl1pPr>
          </a:lstStyle>
          <a:p>
            <a:fld id="{177CE274-8713-884F-B04F-B6B90AF41963}" type="slidenum">
              <a:rPr lang="en-US" smtClean="0"/>
              <a:pPr/>
              <a:t>‹#›</a:t>
            </a:fld>
            <a:endParaRPr lang="en-US"/>
          </a:p>
        </p:txBody>
      </p:sp>
      <p:cxnSp>
        <p:nvCxnSpPr>
          <p:cNvPr id="8" name="Straight Connector 7">
            <a:extLst>
              <a:ext uri="{FF2B5EF4-FFF2-40B4-BE49-F238E27FC236}">
                <a16:creationId xmlns:a16="http://schemas.microsoft.com/office/drawing/2014/main" id="{CC637EAD-EE5A-08B6-674E-72BC48E5D9B8}"/>
              </a:ext>
            </a:extLst>
          </p:cNvPr>
          <p:cNvCxnSpPr>
            <a:cxnSpLocks/>
          </p:cNvCxnSpPr>
          <p:nvPr userDrawn="1"/>
        </p:nvCxnSpPr>
        <p:spPr>
          <a:xfrm>
            <a:off x="320040" y="5296959"/>
            <a:ext cx="8503920"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22CF8161-66D2-8164-188D-E9FE96DAC02A}"/>
              </a:ext>
            </a:extLst>
          </p:cNvPr>
          <p:cNvSpPr>
            <a:spLocks noGrp="1"/>
          </p:cNvSpPr>
          <p:nvPr>
            <p:ph type="body" sz="quarter" idx="13"/>
          </p:nvPr>
        </p:nvSpPr>
        <p:spPr>
          <a:xfrm>
            <a:off x="320675" y="1335024"/>
            <a:ext cx="8503920" cy="38130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0560600"/>
      </p:ext>
    </p:extLst>
  </p:cSld>
  <p:clrMapOvr>
    <a:masterClrMapping/>
  </p:clrMapOvr>
  <p:extLst>
    <p:ext uri="{DCECCB84-F9BA-43D5-87BE-67443E8EF086}">
      <p15:sldGuideLst xmlns:p15="http://schemas.microsoft.com/office/powerpoint/2012/main">
        <p15:guide id="1" orient="horz" pos="180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bkg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850A2D-1B7D-8A2D-30A7-5B07DBBD327C}"/>
              </a:ext>
            </a:extLst>
          </p:cNvPr>
          <p:cNvSpPr/>
          <p:nvPr userDrawn="1"/>
        </p:nvSpPr>
        <p:spPr>
          <a:xfrm>
            <a:off x="0" y="1333501"/>
            <a:ext cx="9144000" cy="39634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320040" y="304271"/>
            <a:ext cx="8503920" cy="914929"/>
          </a:xfrm>
        </p:spPr>
        <p:txBody>
          <a:bodyPr/>
          <a:lstStyle/>
          <a:p>
            <a:r>
              <a:rPr lang="en-US" dirty="0"/>
              <a:t>Content w/background – title one line</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tx2"/>
                </a:solidFill>
              </a:defRPr>
            </a:lvl1pPr>
          </a:lstStyle>
          <a:p>
            <a:fld id="{F7340B6C-CA73-B044-A89C-37F5E5CDE01B}" type="slidenum">
              <a:rPr lang="en-US" smtClean="0"/>
              <a:pPr/>
              <a:t>‹#›</a:t>
            </a:fld>
            <a:endParaRPr lang="en-US" dirty="0"/>
          </a:p>
        </p:txBody>
      </p:sp>
      <p:sp>
        <p:nvSpPr>
          <p:cNvPr id="8" name="Text Placeholder 4">
            <a:extLst>
              <a:ext uri="{FF2B5EF4-FFF2-40B4-BE49-F238E27FC236}">
                <a16:creationId xmlns:a16="http://schemas.microsoft.com/office/drawing/2014/main" id="{1897999A-5CCE-3781-664B-3FA2924D18BC}"/>
              </a:ext>
            </a:extLst>
          </p:cNvPr>
          <p:cNvSpPr>
            <a:spLocks noGrp="1"/>
          </p:cNvSpPr>
          <p:nvPr>
            <p:ph type="body" sz="quarter" idx="13"/>
          </p:nvPr>
        </p:nvSpPr>
        <p:spPr>
          <a:xfrm>
            <a:off x="320675" y="1483911"/>
            <a:ext cx="8503920"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54797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0039" y="304271"/>
            <a:ext cx="5669280" cy="914929"/>
          </a:xfrm>
        </p:spPr>
        <p:txBody>
          <a:bodyPr/>
          <a:lstStyle/>
          <a:p>
            <a:r>
              <a:rPr lang="en-US" dirty="0"/>
              <a:t>Content slide with image</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tx2"/>
                </a:solidFill>
              </a:defRPr>
            </a:lvl1pPr>
          </a:lstStyle>
          <a:p>
            <a:fld id="{177CE274-8713-884F-B04F-B6B90AF41963}" type="slidenum">
              <a:rPr lang="en-US" smtClean="0"/>
              <a:pPr/>
              <a:t>‹#›</a:t>
            </a:fld>
            <a:endParaRPr lang="en-US"/>
          </a:p>
        </p:txBody>
      </p:sp>
      <p:cxnSp>
        <p:nvCxnSpPr>
          <p:cNvPr id="8" name="Straight Connector 7">
            <a:extLst>
              <a:ext uri="{FF2B5EF4-FFF2-40B4-BE49-F238E27FC236}">
                <a16:creationId xmlns:a16="http://schemas.microsoft.com/office/drawing/2014/main" id="{CC637EAD-EE5A-08B6-674E-72BC48E5D9B8}"/>
              </a:ext>
            </a:extLst>
          </p:cNvPr>
          <p:cNvCxnSpPr>
            <a:cxnSpLocks/>
          </p:cNvCxnSpPr>
          <p:nvPr userDrawn="1"/>
        </p:nvCxnSpPr>
        <p:spPr>
          <a:xfrm>
            <a:off x="320040" y="5296959"/>
            <a:ext cx="8503920"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1000035E-6E2B-C8D7-F3EC-C616B1D56F91}"/>
              </a:ext>
            </a:extLst>
          </p:cNvPr>
          <p:cNvSpPr>
            <a:spLocks noGrp="1"/>
          </p:cNvSpPr>
          <p:nvPr>
            <p:ph type="pic" sz="quarter" idx="13" hasCustomPrompt="1"/>
          </p:nvPr>
        </p:nvSpPr>
        <p:spPr>
          <a:xfrm>
            <a:off x="6126163" y="304800"/>
            <a:ext cx="2697162" cy="4843463"/>
          </a:xfrm>
          <a:solidFill>
            <a:schemeClr val="bg2"/>
          </a:solidFill>
        </p:spPr>
        <p:txBody>
          <a:bodyPr anchor="ctr" anchorCtr="0">
            <a:normAutofit/>
          </a:bodyPr>
          <a:lstStyle>
            <a:lvl1pPr marL="0" indent="0" algn="ctr">
              <a:buNone/>
              <a:defRPr sz="800"/>
            </a:lvl1pPr>
          </a:lstStyle>
          <a:p>
            <a:r>
              <a:rPr lang="en-US" dirty="0"/>
              <a:t>Insert vertical image</a:t>
            </a:r>
          </a:p>
          <a:p>
            <a:endParaRPr lang="en-US" dirty="0"/>
          </a:p>
          <a:p>
            <a:endParaRPr lang="en-US" dirty="0"/>
          </a:p>
        </p:txBody>
      </p:sp>
      <p:sp>
        <p:nvSpPr>
          <p:cNvPr id="10" name="Text Placeholder 9">
            <a:extLst>
              <a:ext uri="{FF2B5EF4-FFF2-40B4-BE49-F238E27FC236}">
                <a16:creationId xmlns:a16="http://schemas.microsoft.com/office/drawing/2014/main" id="{666C6C23-B637-A307-D1A4-A318EF5BE857}"/>
              </a:ext>
            </a:extLst>
          </p:cNvPr>
          <p:cNvSpPr>
            <a:spLocks noGrp="1"/>
          </p:cNvSpPr>
          <p:nvPr>
            <p:ph type="body" sz="quarter" idx="14"/>
          </p:nvPr>
        </p:nvSpPr>
        <p:spPr>
          <a:xfrm>
            <a:off x="320674" y="1335024"/>
            <a:ext cx="5669280" cy="38130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58547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Comparison slide with two columns</a:t>
            </a:r>
          </a:p>
        </p:txBody>
      </p:sp>
      <p:sp>
        <p:nvSpPr>
          <p:cNvPr id="7" name="Slide Number Placeholder 6"/>
          <p:cNvSpPr>
            <a:spLocks noGrp="1"/>
          </p:cNvSpPr>
          <p:nvPr>
            <p:ph type="sldNum" sz="quarter" idx="12"/>
          </p:nvPr>
        </p:nvSpPr>
        <p:spPr>
          <a:xfrm>
            <a:off x="6766560" y="5296959"/>
            <a:ext cx="2057400" cy="304271"/>
          </a:xfrm>
          <a:prstGeom prst="rect">
            <a:avLst/>
          </a:prstGeom>
        </p:spPr>
        <p:txBody>
          <a:bodyPr/>
          <a:lstStyle/>
          <a:p>
            <a:fld id="{177CE274-8713-884F-B04F-B6B90AF41963}" type="slidenum">
              <a:rPr lang="en-US" smtClean="0"/>
              <a:t>‹#›</a:t>
            </a:fld>
            <a:endParaRPr lang="en-US"/>
          </a:p>
        </p:txBody>
      </p:sp>
      <p:cxnSp>
        <p:nvCxnSpPr>
          <p:cNvPr id="8" name="Straight Connector 7">
            <a:extLst>
              <a:ext uri="{FF2B5EF4-FFF2-40B4-BE49-F238E27FC236}">
                <a16:creationId xmlns:a16="http://schemas.microsoft.com/office/drawing/2014/main" id="{446B76A3-7B3B-66A5-E020-61F692A2D0A8}"/>
              </a:ext>
            </a:extLst>
          </p:cNvPr>
          <p:cNvCxnSpPr>
            <a:cxnSpLocks/>
          </p:cNvCxnSpPr>
          <p:nvPr userDrawn="1"/>
        </p:nvCxnSpPr>
        <p:spPr>
          <a:xfrm>
            <a:off x="320040" y="5296959"/>
            <a:ext cx="8503920"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DB2D4C75-924A-E1E8-AB47-E0EDDABAB63C}"/>
              </a:ext>
            </a:extLst>
          </p:cNvPr>
          <p:cNvSpPr>
            <a:spLocks noGrp="1"/>
          </p:cNvSpPr>
          <p:nvPr>
            <p:ph type="body" sz="quarter" idx="13"/>
          </p:nvPr>
        </p:nvSpPr>
        <p:spPr>
          <a:xfrm>
            <a:off x="320675" y="1335024"/>
            <a:ext cx="4197096" cy="38130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4">
            <a:extLst>
              <a:ext uri="{FF2B5EF4-FFF2-40B4-BE49-F238E27FC236}">
                <a16:creationId xmlns:a16="http://schemas.microsoft.com/office/drawing/2014/main" id="{ABE9EF27-CA65-6736-ECE2-81135FA8D5A3}"/>
              </a:ext>
            </a:extLst>
          </p:cNvPr>
          <p:cNvSpPr>
            <a:spLocks noGrp="1"/>
          </p:cNvSpPr>
          <p:nvPr>
            <p:ph type="body" sz="quarter" idx="14"/>
          </p:nvPr>
        </p:nvSpPr>
        <p:spPr>
          <a:xfrm>
            <a:off x="4626231" y="1335024"/>
            <a:ext cx="4197096" cy="38130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12358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ta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F727ADD-D432-4F31-86BB-446B7A676F3D}"/>
              </a:ext>
            </a:extLst>
          </p:cNvPr>
          <p:cNvSpPr/>
          <p:nvPr userDrawn="1"/>
        </p:nvSpPr>
        <p:spPr>
          <a:xfrm>
            <a:off x="4572000" y="0"/>
            <a:ext cx="4572000" cy="571499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320040" y="304271"/>
            <a:ext cx="4023358" cy="914929"/>
          </a:xfrm>
        </p:spPr>
        <p:txBody>
          <a:bodyPr/>
          <a:lstStyle/>
          <a:p>
            <a:r>
              <a:rPr lang="en-US" dirty="0"/>
              <a:t>Data slide</a:t>
            </a:r>
          </a:p>
        </p:txBody>
      </p:sp>
      <p:sp>
        <p:nvSpPr>
          <p:cNvPr id="4" name="Content Placeholder 3"/>
          <p:cNvSpPr>
            <a:spLocks noGrp="1"/>
          </p:cNvSpPr>
          <p:nvPr>
            <p:ph sz="half" idx="2"/>
          </p:nvPr>
        </p:nvSpPr>
        <p:spPr>
          <a:xfrm>
            <a:off x="4800600" y="304272"/>
            <a:ext cx="4023360" cy="48431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766560" y="5296959"/>
            <a:ext cx="2057400" cy="304271"/>
          </a:xfrm>
          <a:prstGeom prst="rect">
            <a:avLst/>
          </a:prstGeom>
        </p:spPr>
        <p:txBody>
          <a:bodyPr/>
          <a:lstStyle/>
          <a:p>
            <a:fld id="{177CE274-8713-884F-B04F-B6B90AF41963}" type="slidenum">
              <a:rPr lang="en-US" smtClean="0"/>
              <a:t>‹#›</a:t>
            </a:fld>
            <a:endParaRPr lang="en-US"/>
          </a:p>
        </p:txBody>
      </p:sp>
      <p:cxnSp>
        <p:nvCxnSpPr>
          <p:cNvPr id="8" name="Straight Connector 7">
            <a:extLst>
              <a:ext uri="{FF2B5EF4-FFF2-40B4-BE49-F238E27FC236}">
                <a16:creationId xmlns:a16="http://schemas.microsoft.com/office/drawing/2014/main" id="{446B76A3-7B3B-66A5-E020-61F692A2D0A8}"/>
              </a:ext>
            </a:extLst>
          </p:cNvPr>
          <p:cNvCxnSpPr>
            <a:cxnSpLocks/>
          </p:cNvCxnSpPr>
          <p:nvPr userDrawn="1"/>
        </p:nvCxnSpPr>
        <p:spPr>
          <a:xfrm>
            <a:off x="320040" y="5296959"/>
            <a:ext cx="8503920"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 Placeholder 4">
            <a:extLst>
              <a:ext uri="{FF2B5EF4-FFF2-40B4-BE49-F238E27FC236}">
                <a16:creationId xmlns:a16="http://schemas.microsoft.com/office/drawing/2014/main" id="{1F355CC0-2C4B-EFBA-AB4F-7F83741CD6C3}"/>
              </a:ext>
            </a:extLst>
          </p:cNvPr>
          <p:cNvSpPr>
            <a:spLocks noGrp="1"/>
          </p:cNvSpPr>
          <p:nvPr>
            <p:ph type="body" sz="quarter" idx="13"/>
          </p:nvPr>
        </p:nvSpPr>
        <p:spPr>
          <a:xfrm>
            <a:off x="320675" y="1335024"/>
            <a:ext cx="4022723" cy="38130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29077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bjectiv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850A2D-1B7D-8A2D-30A7-5B07DBBD327C}"/>
              </a:ext>
            </a:extLst>
          </p:cNvPr>
          <p:cNvSpPr/>
          <p:nvPr userDrawn="1"/>
        </p:nvSpPr>
        <p:spPr>
          <a:xfrm>
            <a:off x="0" y="1333501"/>
            <a:ext cx="9144000" cy="39634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320040" y="304271"/>
            <a:ext cx="8503920" cy="914929"/>
          </a:xfrm>
        </p:spPr>
        <p:txBody>
          <a:bodyPr/>
          <a:lstStyle/>
          <a:p>
            <a:r>
              <a:rPr lang="en-US" dirty="0"/>
              <a:t>Objective slide – title one line</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tx2"/>
                </a:solidFill>
              </a:defRPr>
            </a:lvl1pPr>
          </a:lstStyle>
          <a:p>
            <a:fld id="{F7340B6C-CA73-B044-A89C-37F5E5CDE01B}" type="slidenum">
              <a:rPr lang="en-US" smtClean="0"/>
              <a:pPr/>
              <a:t>‹#›</a:t>
            </a:fld>
            <a:endParaRPr lang="en-US" dirty="0"/>
          </a:p>
        </p:txBody>
      </p:sp>
      <p:sp>
        <p:nvSpPr>
          <p:cNvPr id="9" name="Content Placeholder 2">
            <a:extLst>
              <a:ext uri="{FF2B5EF4-FFF2-40B4-BE49-F238E27FC236}">
                <a16:creationId xmlns:a16="http://schemas.microsoft.com/office/drawing/2014/main" id="{CF00F302-309D-18BE-87A0-B30A53CE0987}"/>
              </a:ext>
            </a:extLst>
          </p:cNvPr>
          <p:cNvSpPr>
            <a:spLocks noGrp="1"/>
          </p:cNvSpPr>
          <p:nvPr>
            <p:ph idx="15" hasCustomPrompt="1"/>
          </p:nvPr>
        </p:nvSpPr>
        <p:spPr>
          <a:xfrm>
            <a:off x="2137718" y="4079554"/>
            <a:ext cx="6686241" cy="1217405"/>
          </a:xfrm>
        </p:spPr>
        <p:txBody>
          <a:bodyPr tIns="182880" anchor="ctr" anchorCtr="0">
            <a:normAutofit/>
          </a:bodyPr>
          <a:lstStyle>
            <a:lvl1pPr>
              <a:defRPr sz="1800" b="0" i="0">
                <a:latin typeface="Calibri Light" panose="020F0302020204030204" pitchFamily="34" charset="0"/>
                <a:cs typeface="Calibri Light" panose="020F0302020204030204" pitchFamily="34" charset="0"/>
              </a:defRPr>
            </a:lvl1pPr>
            <a:lvl2pPr>
              <a:defRPr sz="1800" b="0" i="0">
                <a:latin typeface="+mn-lt"/>
              </a:defRPr>
            </a:lvl2pPr>
            <a:lvl3pPr marL="685800" indent="0">
              <a:buNone/>
              <a:defRPr/>
            </a:lvl3pPr>
          </a:lstStyle>
          <a:p>
            <a:pPr marL="171450" marR="0" lvl="0" indent="0" algn="l" defTabSz="685800" rtl="0" eaLnBrk="1" fontAlgn="auto" latinLnBrk="0" hangingPunct="1">
              <a:lnSpc>
                <a:spcPct val="90000"/>
              </a:lnSpc>
              <a:spcBef>
                <a:spcPts val="375"/>
              </a:spcBef>
              <a:spcAft>
                <a:spcPts val="0"/>
              </a:spcAft>
              <a:buClrTx/>
              <a:buSzTx/>
              <a:buFont typeface="Arial" panose="020B0604020202020204" pitchFamily="34" charset="0"/>
              <a:buNone/>
              <a:tabLst/>
              <a:defRPr/>
            </a:pPr>
            <a:r>
              <a:rPr lang="en-US" dirty="0">
                <a:effectLst/>
                <a:latin typeface="Calibri Light" panose="020F0302020204030204" pitchFamily="34" charset="0"/>
              </a:rPr>
              <a:t>Content goes here.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Proin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ac </a:t>
            </a:r>
            <a:r>
              <a:rPr lang="en-US" dirty="0" err="1">
                <a:effectLst/>
                <a:latin typeface="Calibri Light" panose="020F0302020204030204" pitchFamily="34" charset="0"/>
              </a:rPr>
              <a:t>sodales</a:t>
            </a:r>
            <a:r>
              <a:rPr lang="en-US" dirty="0">
                <a:effectLst/>
                <a:latin typeface="Calibri Light" panose="020F0302020204030204" pitchFamily="34" charset="0"/>
              </a:rPr>
              <a:t> eros </a:t>
            </a:r>
            <a:r>
              <a:rPr lang="en-US" dirty="0" err="1">
                <a:effectLst/>
                <a:latin typeface="Calibri Light" panose="020F0302020204030204" pitchFamily="34" charset="0"/>
              </a:rPr>
              <a:t>rhoncus</a:t>
            </a:r>
            <a:r>
              <a:rPr lang="en-US" dirty="0">
                <a:effectLst/>
                <a:latin typeface="Calibri Light" panose="020F0302020204030204" pitchFamily="34" charset="0"/>
              </a:rPr>
              <a:t>. </a:t>
            </a:r>
          </a:p>
          <a:p>
            <a:pPr lvl="1"/>
            <a:endParaRPr lang="en-US" dirty="0"/>
          </a:p>
        </p:txBody>
      </p:sp>
      <p:sp>
        <p:nvSpPr>
          <p:cNvPr id="10" name="Content Placeholder 2">
            <a:extLst>
              <a:ext uri="{FF2B5EF4-FFF2-40B4-BE49-F238E27FC236}">
                <a16:creationId xmlns:a16="http://schemas.microsoft.com/office/drawing/2014/main" id="{D63FE66B-EB76-C3D7-CBC0-A43EA5920B29}"/>
              </a:ext>
            </a:extLst>
          </p:cNvPr>
          <p:cNvSpPr>
            <a:spLocks noGrp="1"/>
          </p:cNvSpPr>
          <p:nvPr>
            <p:ph idx="16" hasCustomPrompt="1"/>
          </p:nvPr>
        </p:nvSpPr>
        <p:spPr>
          <a:xfrm>
            <a:off x="2137717" y="2731169"/>
            <a:ext cx="6686241" cy="1217405"/>
          </a:xfrm>
        </p:spPr>
        <p:txBody>
          <a:bodyPr tIns="182880" anchor="ctr" anchorCtr="0">
            <a:normAutofit/>
          </a:bodyPr>
          <a:lstStyle>
            <a:lvl1pPr>
              <a:defRPr sz="1800" b="0" i="0">
                <a:latin typeface="Calibri Light" panose="020F0302020204030204" pitchFamily="34" charset="0"/>
                <a:cs typeface="Calibri Light" panose="020F0302020204030204" pitchFamily="34" charset="0"/>
              </a:defRPr>
            </a:lvl1pPr>
            <a:lvl2pPr>
              <a:defRPr sz="1800" b="0" i="0">
                <a:latin typeface="+mn-lt"/>
              </a:defRPr>
            </a:lvl2pPr>
            <a:lvl3pPr marL="685800" indent="0">
              <a:buNone/>
              <a:defRPr/>
            </a:lvl3pPr>
          </a:lstStyle>
          <a:p>
            <a:pPr marL="171450" marR="0" lvl="0" indent="0" algn="l" defTabSz="685800" rtl="0" eaLnBrk="1" fontAlgn="auto" latinLnBrk="0" hangingPunct="1">
              <a:lnSpc>
                <a:spcPct val="90000"/>
              </a:lnSpc>
              <a:spcBef>
                <a:spcPts val="375"/>
              </a:spcBef>
              <a:spcAft>
                <a:spcPts val="0"/>
              </a:spcAft>
              <a:buClrTx/>
              <a:buSzTx/>
              <a:buFont typeface="Arial" panose="020B0604020202020204" pitchFamily="34" charset="0"/>
              <a:buNone/>
              <a:tabLst/>
              <a:defRPr/>
            </a:pPr>
            <a:r>
              <a:rPr lang="en-US" dirty="0">
                <a:effectLst/>
                <a:latin typeface="Calibri Light" panose="020F0302020204030204" pitchFamily="34" charset="0"/>
              </a:rPr>
              <a:t>Content goes here.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Proin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ac </a:t>
            </a:r>
            <a:r>
              <a:rPr lang="en-US" dirty="0" err="1">
                <a:effectLst/>
                <a:latin typeface="Calibri Light" panose="020F0302020204030204" pitchFamily="34" charset="0"/>
              </a:rPr>
              <a:t>sodales</a:t>
            </a:r>
            <a:r>
              <a:rPr lang="en-US" dirty="0">
                <a:effectLst/>
                <a:latin typeface="Calibri Light" panose="020F0302020204030204" pitchFamily="34" charset="0"/>
              </a:rPr>
              <a:t> eros </a:t>
            </a:r>
            <a:r>
              <a:rPr lang="en-US" dirty="0" err="1">
                <a:effectLst/>
                <a:latin typeface="Calibri Light" panose="020F0302020204030204" pitchFamily="34" charset="0"/>
              </a:rPr>
              <a:t>rhoncus</a:t>
            </a:r>
            <a:r>
              <a:rPr lang="en-US" dirty="0">
                <a:effectLst/>
                <a:latin typeface="Calibri Light" panose="020F0302020204030204" pitchFamily="34" charset="0"/>
              </a:rPr>
              <a:t>. </a:t>
            </a:r>
          </a:p>
          <a:p>
            <a:pPr lvl="1"/>
            <a:endParaRPr lang="en-US" dirty="0"/>
          </a:p>
        </p:txBody>
      </p:sp>
      <p:sp>
        <p:nvSpPr>
          <p:cNvPr id="11" name="Content Placeholder 2">
            <a:extLst>
              <a:ext uri="{FF2B5EF4-FFF2-40B4-BE49-F238E27FC236}">
                <a16:creationId xmlns:a16="http://schemas.microsoft.com/office/drawing/2014/main" id="{8474828E-B3D6-7006-9AAF-64F1EE99DE06}"/>
              </a:ext>
            </a:extLst>
          </p:cNvPr>
          <p:cNvSpPr>
            <a:spLocks noGrp="1"/>
          </p:cNvSpPr>
          <p:nvPr>
            <p:ph idx="17" hasCustomPrompt="1"/>
          </p:nvPr>
        </p:nvSpPr>
        <p:spPr>
          <a:xfrm>
            <a:off x="2137716" y="1332972"/>
            <a:ext cx="6686241" cy="1217405"/>
          </a:xfrm>
        </p:spPr>
        <p:txBody>
          <a:bodyPr tIns="182880" anchor="ctr" anchorCtr="0">
            <a:normAutofit/>
          </a:bodyPr>
          <a:lstStyle>
            <a:lvl1pPr>
              <a:defRPr sz="1800" b="0" i="0">
                <a:latin typeface="Calibri Light" panose="020F0302020204030204" pitchFamily="34" charset="0"/>
                <a:cs typeface="Calibri Light" panose="020F0302020204030204" pitchFamily="34" charset="0"/>
              </a:defRPr>
            </a:lvl1pPr>
            <a:lvl2pPr marL="342900" indent="0">
              <a:buNone/>
              <a:defRPr sz="1800" b="0" i="0">
                <a:latin typeface="+mn-lt"/>
              </a:defRPr>
            </a:lvl2pPr>
            <a:lvl3pPr marL="685800" indent="0">
              <a:buNone/>
              <a:defRPr/>
            </a:lvl3pPr>
          </a:lstStyle>
          <a:p>
            <a:pPr marL="171450" marR="0" lvl="0" indent="0" algn="l" defTabSz="685800" rtl="0" eaLnBrk="1" fontAlgn="auto" latinLnBrk="0" hangingPunct="1">
              <a:lnSpc>
                <a:spcPct val="90000"/>
              </a:lnSpc>
              <a:spcBef>
                <a:spcPts val="375"/>
              </a:spcBef>
              <a:spcAft>
                <a:spcPts val="0"/>
              </a:spcAft>
              <a:buClrTx/>
              <a:buSzTx/>
              <a:buFont typeface="Arial" panose="020B0604020202020204" pitchFamily="34" charset="0"/>
              <a:buNone/>
              <a:tabLst/>
              <a:defRPr/>
            </a:pPr>
            <a:r>
              <a:rPr lang="en-US" dirty="0">
                <a:effectLst/>
                <a:latin typeface="Calibri Light" panose="020F0302020204030204" pitchFamily="34" charset="0"/>
              </a:rPr>
              <a:t>Content goes here.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Proin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ac </a:t>
            </a:r>
            <a:r>
              <a:rPr lang="en-US" dirty="0" err="1">
                <a:effectLst/>
                <a:latin typeface="Calibri Light" panose="020F0302020204030204" pitchFamily="34" charset="0"/>
              </a:rPr>
              <a:t>sodales</a:t>
            </a:r>
            <a:r>
              <a:rPr lang="en-US" dirty="0">
                <a:effectLst/>
                <a:latin typeface="Calibri Light" panose="020F0302020204030204" pitchFamily="34" charset="0"/>
              </a:rPr>
              <a:t> eros </a:t>
            </a:r>
            <a:r>
              <a:rPr lang="en-US" dirty="0" err="1">
                <a:effectLst/>
                <a:latin typeface="Calibri Light" panose="020F0302020204030204" pitchFamily="34" charset="0"/>
              </a:rPr>
              <a:t>rhoncus</a:t>
            </a:r>
            <a:r>
              <a:rPr lang="en-US" dirty="0">
                <a:effectLst/>
                <a:latin typeface="Calibri Light" panose="020F0302020204030204" pitchFamily="34" charset="0"/>
              </a:rPr>
              <a:t>. </a:t>
            </a:r>
          </a:p>
        </p:txBody>
      </p:sp>
      <p:sp>
        <p:nvSpPr>
          <p:cNvPr id="13" name="TextBox 12">
            <a:extLst>
              <a:ext uri="{FF2B5EF4-FFF2-40B4-BE49-F238E27FC236}">
                <a16:creationId xmlns:a16="http://schemas.microsoft.com/office/drawing/2014/main" id="{7D3CFC7A-40FC-34EC-65D8-B0E9FFC804F3}"/>
              </a:ext>
            </a:extLst>
          </p:cNvPr>
          <p:cNvSpPr txBox="1"/>
          <p:nvPr userDrawn="1"/>
        </p:nvSpPr>
        <p:spPr>
          <a:xfrm>
            <a:off x="320040" y="1526176"/>
            <a:ext cx="1224555" cy="830997"/>
          </a:xfrm>
          <a:prstGeom prst="rect">
            <a:avLst/>
          </a:prstGeom>
          <a:noFill/>
        </p:spPr>
        <p:txBody>
          <a:bodyPr wrap="square" rtlCol="0">
            <a:spAutoFit/>
          </a:bodyPr>
          <a:lstStyle/>
          <a:p>
            <a:pPr algn="ctr"/>
            <a:r>
              <a:rPr lang="en-US" sz="4800" dirty="0">
                <a:latin typeface="Georgia" panose="02040502050405020303" pitchFamily="18" charset="0"/>
              </a:rPr>
              <a:t>1</a:t>
            </a:r>
          </a:p>
        </p:txBody>
      </p:sp>
      <p:sp>
        <p:nvSpPr>
          <p:cNvPr id="14" name="TextBox 13">
            <a:extLst>
              <a:ext uri="{FF2B5EF4-FFF2-40B4-BE49-F238E27FC236}">
                <a16:creationId xmlns:a16="http://schemas.microsoft.com/office/drawing/2014/main" id="{40D4CD20-0DD6-522D-2BDC-5E9F1E38FC73}"/>
              </a:ext>
            </a:extLst>
          </p:cNvPr>
          <p:cNvSpPr txBox="1"/>
          <p:nvPr userDrawn="1"/>
        </p:nvSpPr>
        <p:spPr>
          <a:xfrm>
            <a:off x="320039" y="2731169"/>
            <a:ext cx="1224555" cy="830997"/>
          </a:xfrm>
          <a:prstGeom prst="rect">
            <a:avLst/>
          </a:prstGeom>
          <a:noFill/>
        </p:spPr>
        <p:txBody>
          <a:bodyPr wrap="square" rtlCol="0">
            <a:spAutoFit/>
          </a:bodyPr>
          <a:lstStyle/>
          <a:p>
            <a:pPr algn="ctr"/>
            <a:r>
              <a:rPr lang="en-US" sz="4800" dirty="0">
                <a:latin typeface="Georgia" panose="02040502050405020303" pitchFamily="18" charset="0"/>
              </a:rPr>
              <a:t>2</a:t>
            </a:r>
          </a:p>
        </p:txBody>
      </p:sp>
      <p:sp>
        <p:nvSpPr>
          <p:cNvPr id="15" name="TextBox 14">
            <a:extLst>
              <a:ext uri="{FF2B5EF4-FFF2-40B4-BE49-F238E27FC236}">
                <a16:creationId xmlns:a16="http://schemas.microsoft.com/office/drawing/2014/main" id="{4AA8F2B7-9F36-3044-6DFE-F76FD0DC92B0}"/>
              </a:ext>
            </a:extLst>
          </p:cNvPr>
          <p:cNvSpPr txBox="1"/>
          <p:nvPr userDrawn="1"/>
        </p:nvSpPr>
        <p:spPr>
          <a:xfrm>
            <a:off x="320039" y="4079554"/>
            <a:ext cx="1224555" cy="830997"/>
          </a:xfrm>
          <a:prstGeom prst="rect">
            <a:avLst/>
          </a:prstGeom>
          <a:noFill/>
        </p:spPr>
        <p:txBody>
          <a:bodyPr wrap="square" rtlCol="0">
            <a:spAutoFit/>
          </a:bodyPr>
          <a:lstStyle/>
          <a:p>
            <a:pPr algn="ctr"/>
            <a:r>
              <a:rPr lang="en-US" sz="4800" dirty="0">
                <a:latin typeface="Georgia" panose="02040502050405020303" pitchFamily="18" charset="0"/>
              </a:rPr>
              <a:t>3</a:t>
            </a:r>
          </a:p>
        </p:txBody>
      </p:sp>
    </p:spTree>
    <p:extLst>
      <p:ext uri="{BB962C8B-B14F-4D97-AF65-F5344CB8AC3E}">
        <p14:creationId xmlns:p14="http://schemas.microsoft.com/office/powerpoint/2010/main" val="4293585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story inset w/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Three story inset with images</a:t>
            </a:r>
          </a:p>
        </p:txBody>
      </p:sp>
      <p:sp>
        <p:nvSpPr>
          <p:cNvPr id="7" name="Slide Number Placeholder 6"/>
          <p:cNvSpPr>
            <a:spLocks noGrp="1"/>
          </p:cNvSpPr>
          <p:nvPr>
            <p:ph type="sldNum" sz="quarter" idx="12"/>
          </p:nvPr>
        </p:nvSpPr>
        <p:spPr>
          <a:xfrm>
            <a:off x="6766560" y="5296959"/>
            <a:ext cx="2057400" cy="304271"/>
          </a:xfrm>
          <a:prstGeom prst="rect">
            <a:avLst/>
          </a:prstGeom>
        </p:spPr>
        <p:txBody>
          <a:bodyPr/>
          <a:lstStyle/>
          <a:p>
            <a:fld id="{177CE274-8713-884F-B04F-B6B90AF41963}" type="slidenum">
              <a:rPr lang="en-US" smtClean="0"/>
              <a:t>‹#›</a:t>
            </a:fld>
            <a:endParaRPr lang="en-US"/>
          </a:p>
        </p:txBody>
      </p:sp>
      <p:cxnSp>
        <p:nvCxnSpPr>
          <p:cNvPr id="8" name="Straight Connector 7">
            <a:extLst>
              <a:ext uri="{FF2B5EF4-FFF2-40B4-BE49-F238E27FC236}">
                <a16:creationId xmlns:a16="http://schemas.microsoft.com/office/drawing/2014/main" id="{446B76A3-7B3B-66A5-E020-61F692A2D0A8}"/>
              </a:ext>
            </a:extLst>
          </p:cNvPr>
          <p:cNvCxnSpPr>
            <a:cxnSpLocks/>
          </p:cNvCxnSpPr>
          <p:nvPr userDrawn="1"/>
        </p:nvCxnSpPr>
        <p:spPr>
          <a:xfrm>
            <a:off x="320040" y="5296959"/>
            <a:ext cx="8503920"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5C7FAAFB-2588-DDF2-FAB9-CF7A30E5B353}"/>
              </a:ext>
            </a:extLst>
          </p:cNvPr>
          <p:cNvSpPr>
            <a:spLocks noGrp="1"/>
          </p:cNvSpPr>
          <p:nvPr>
            <p:ph type="pic" sz="quarter" idx="13" hasCustomPrompt="1"/>
          </p:nvPr>
        </p:nvSpPr>
        <p:spPr>
          <a:xfrm>
            <a:off x="320675" y="1368424"/>
            <a:ext cx="2743200" cy="1600200"/>
          </a:xfrm>
          <a:solidFill>
            <a:schemeClr val="bg2"/>
          </a:solidFill>
        </p:spPr>
        <p:txBody>
          <a:bodyPr anchor="ctr" anchorCtr="0">
            <a:normAutofit/>
          </a:bodyPr>
          <a:lstStyle>
            <a:lvl1pPr marL="0" indent="0" algn="ctr">
              <a:buNone/>
              <a:defRPr sz="800"/>
            </a:lvl1pPr>
          </a:lstStyle>
          <a:p>
            <a:r>
              <a:rPr lang="en-US" dirty="0"/>
              <a:t>Click to insert image</a:t>
            </a:r>
          </a:p>
          <a:p>
            <a:endParaRPr lang="en-US" dirty="0"/>
          </a:p>
          <a:p>
            <a:endParaRPr lang="en-US" dirty="0"/>
          </a:p>
        </p:txBody>
      </p:sp>
      <p:sp>
        <p:nvSpPr>
          <p:cNvPr id="10" name="Picture Placeholder 8">
            <a:extLst>
              <a:ext uri="{FF2B5EF4-FFF2-40B4-BE49-F238E27FC236}">
                <a16:creationId xmlns:a16="http://schemas.microsoft.com/office/drawing/2014/main" id="{F2A9FC8A-40D6-B726-43B9-7963F537A3A7}"/>
              </a:ext>
            </a:extLst>
          </p:cNvPr>
          <p:cNvSpPr>
            <a:spLocks noGrp="1"/>
          </p:cNvSpPr>
          <p:nvPr>
            <p:ph type="pic" sz="quarter" idx="14" hasCustomPrompt="1"/>
          </p:nvPr>
        </p:nvSpPr>
        <p:spPr>
          <a:xfrm>
            <a:off x="3200400" y="1368266"/>
            <a:ext cx="2743200" cy="1600200"/>
          </a:xfrm>
          <a:solidFill>
            <a:schemeClr val="bg2"/>
          </a:solidFill>
        </p:spPr>
        <p:txBody>
          <a:bodyPr anchor="ctr" anchorCtr="0">
            <a:normAutofit/>
          </a:bodyPr>
          <a:lstStyle>
            <a:lvl1pPr marL="0" indent="0" algn="ctr">
              <a:buNone/>
              <a:defRPr sz="800"/>
            </a:lvl1pPr>
          </a:lstStyle>
          <a:p>
            <a:r>
              <a:rPr lang="en-US" dirty="0"/>
              <a:t>Click to insert image</a:t>
            </a:r>
          </a:p>
          <a:p>
            <a:endParaRPr lang="en-US" dirty="0"/>
          </a:p>
          <a:p>
            <a:endParaRPr lang="en-US" dirty="0"/>
          </a:p>
        </p:txBody>
      </p:sp>
      <p:sp>
        <p:nvSpPr>
          <p:cNvPr id="11" name="Picture Placeholder 8">
            <a:extLst>
              <a:ext uri="{FF2B5EF4-FFF2-40B4-BE49-F238E27FC236}">
                <a16:creationId xmlns:a16="http://schemas.microsoft.com/office/drawing/2014/main" id="{0B35323C-ED18-EB18-F7A4-7EC3ECB82939}"/>
              </a:ext>
            </a:extLst>
          </p:cNvPr>
          <p:cNvSpPr>
            <a:spLocks noGrp="1"/>
          </p:cNvSpPr>
          <p:nvPr>
            <p:ph type="pic" sz="quarter" idx="15" hasCustomPrompt="1"/>
          </p:nvPr>
        </p:nvSpPr>
        <p:spPr>
          <a:xfrm>
            <a:off x="6080125" y="1368266"/>
            <a:ext cx="2743200" cy="1600200"/>
          </a:xfrm>
          <a:solidFill>
            <a:schemeClr val="bg2"/>
          </a:solidFill>
        </p:spPr>
        <p:txBody>
          <a:bodyPr anchor="ctr" anchorCtr="0">
            <a:normAutofit/>
          </a:bodyPr>
          <a:lstStyle>
            <a:lvl1pPr marL="0" indent="0" algn="ctr">
              <a:buNone/>
              <a:defRPr sz="800"/>
            </a:lvl1pPr>
          </a:lstStyle>
          <a:p>
            <a:r>
              <a:rPr lang="en-US" dirty="0"/>
              <a:t>Click to insert image</a:t>
            </a:r>
          </a:p>
          <a:p>
            <a:endParaRPr lang="en-US" dirty="0"/>
          </a:p>
          <a:p>
            <a:endParaRPr lang="en-US" dirty="0"/>
          </a:p>
        </p:txBody>
      </p:sp>
      <p:sp>
        <p:nvSpPr>
          <p:cNvPr id="4" name="Text Placeholder 3">
            <a:extLst>
              <a:ext uri="{FF2B5EF4-FFF2-40B4-BE49-F238E27FC236}">
                <a16:creationId xmlns:a16="http://schemas.microsoft.com/office/drawing/2014/main" id="{F96F3CAC-923D-14B6-F0A3-957C29FA0B7B}"/>
              </a:ext>
            </a:extLst>
          </p:cNvPr>
          <p:cNvSpPr>
            <a:spLocks noGrp="1"/>
          </p:cNvSpPr>
          <p:nvPr>
            <p:ph type="body" sz="quarter" idx="19" hasCustomPrompt="1"/>
          </p:nvPr>
        </p:nvSpPr>
        <p:spPr>
          <a:xfrm>
            <a:off x="320675" y="3154362"/>
            <a:ext cx="2743200" cy="1838325"/>
          </a:xfrm>
        </p:spPr>
        <p:txBody>
          <a:bodyPr>
            <a:noAutofit/>
          </a:bodyPr>
          <a:lstStyle>
            <a:lvl1pPr marL="0" indent="0">
              <a:buNone/>
              <a:defRPr sz="1800"/>
            </a:lvl1pPr>
          </a:lstStyle>
          <a:p>
            <a:r>
              <a:rPr lang="en-US" dirty="0">
                <a:effectLst/>
                <a:latin typeface="Calibri Light" panose="020F0302020204030204" pitchFamily="34" charset="0"/>
              </a:rPr>
              <a:t>Subheading goes here</a:t>
            </a:r>
          </a:p>
          <a:p>
            <a:r>
              <a:rPr lang="en-US" dirty="0">
                <a:effectLst/>
                <a:latin typeface="Calibri Light" panose="020F0302020204030204" pitchFamily="34" charset="0"/>
              </a:rPr>
              <a:t>This is body copy.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a:t>
            </a:r>
            <a:r>
              <a:rPr lang="en-US" dirty="0">
                <a:effectLst/>
                <a:latin typeface="Calibri Light" panose="020F0302020204030204" pitchFamily="34" charset="0"/>
              </a:rPr>
              <a:t> </a:t>
            </a:r>
            <a:r>
              <a:rPr lang="en-US" dirty="0" err="1">
                <a:effectLst/>
                <a:latin typeface="Calibri Light" panose="020F0302020204030204" pitchFamily="34" charset="0"/>
              </a:rPr>
              <a:t>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t>
            </a:r>
            <a:r>
              <a:rPr lang="en-US" dirty="0" err="1">
                <a:effectLst/>
                <a:latin typeface="Calibri Light" panose="020F0302020204030204" pitchFamily="34" charset="0"/>
              </a:rPr>
              <a:t>sodales</a:t>
            </a:r>
            <a:r>
              <a:rPr lang="en-US" dirty="0">
                <a:effectLst/>
                <a:latin typeface="Calibri Light" panose="020F0302020204030204" pitchFamily="34" charset="0"/>
              </a:rPr>
              <a:t> eros.</a:t>
            </a:r>
          </a:p>
        </p:txBody>
      </p:sp>
      <p:sp>
        <p:nvSpPr>
          <p:cNvPr id="5" name="Text Placeholder 3">
            <a:extLst>
              <a:ext uri="{FF2B5EF4-FFF2-40B4-BE49-F238E27FC236}">
                <a16:creationId xmlns:a16="http://schemas.microsoft.com/office/drawing/2014/main" id="{380F57D2-B06A-9195-ECB1-9554F456E1AD}"/>
              </a:ext>
            </a:extLst>
          </p:cNvPr>
          <p:cNvSpPr>
            <a:spLocks noGrp="1"/>
          </p:cNvSpPr>
          <p:nvPr>
            <p:ph type="body" sz="quarter" idx="20" hasCustomPrompt="1"/>
          </p:nvPr>
        </p:nvSpPr>
        <p:spPr>
          <a:xfrm>
            <a:off x="3200400" y="3154362"/>
            <a:ext cx="2743200" cy="1838325"/>
          </a:xfrm>
        </p:spPr>
        <p:txBody>
          <a:bodyPr>
            <a:noAutofit/>
          </a:bodyPr>
          <a:lstStyle>
            <a:lvl1pPr marL="0" indent="0">
              <a:buNone/>
              <a:defRPr sz="1800"/>
            </a:lvl1pPr>
          </a:lstStyle>
          <a:p>
            <a:r>
              <a:rPr lang="en-US" dirty="0">
                <a:effectLst/>
                <a:latin typeface="Calibri Light" panose="020F0302020204030204" pitchFamily="34" charset="0"/>
              </a:rPr>
              <a:t>Subheading goes here</a:t>
            </a:r>
          </a:p>
          <a:p>
            <a:r>
              <a:rPr lang="en-US" dirty="0">
                <a:effectLst/>
                <a:latin typeface="Calibri Light" panose="020F0302020204030204" pitchFamily="34" charset="0"/>
              </a:rPr>
              <a:t>This is body copy.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a:t>
            </a:r>
            <a:r>
              <a:rPr lang="en-US" dirty="0">
                <a:effectLst/>
                <a:latin typeface="Calibri Light" panose="020F0302020204030204" pitchFamily="34" charset="0"/>
              </a:rPr>
              <a:t> </a:t>
            </a:r>
            <a:r>
              <a:rPr lang="en-US" dirty="0" err="1">
                <a:effectLst/>
                <a:latin typeface="Calibri Light" panose="020F0302020204030204" pitchFamily="34" charset="0"/>
              </a:rPr>
              <a:t>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t>
            </a:r>
            <a:r>
              <a:rPr lang="en-US" dirty="0" err="1">
                <a:effectLst/>
                <a:latin typeface="Calibri Light" panose="020F0302020204030204" pitchFamily="34" charset="0"/>
              </a:rPr>
              <a:t>sodales</a:t>
            </a:r>
            <a:r>
              <a:rPr lang="en-US" dirty="0">
                <a:effectLst/>
                <a:latin typeface="Calibri Light" panose="020F0302020204030204" pitchFamily="34" charset="0"/>
              </a:rPr>
              <a:t> eros.</a:t>
            </a:r>
          </a:p>
        </p:txBody>
      </p:sp>
      <p:sp>
        <p:nvSpPr>
          <p:cNvPr id="6" name="Text Placeholder 3">
            <a:extLst>
              <a:ext uri="{FF2B5EF4-FFF2-40B4-BE49-F238E27FC236}">
                <a16:creationId xmlns:a16="http://schemas.microsoft.com/office/drawing/2014/main" id="{15F4EA54-D2EE-087D-B777-EC9294D5D47F}"/>
              </a:ext>
            </a:extLst>
          </p:cNvPr>
          <p:cNvSpPr>
            <a:spLocks noGrp="1"/>
          </p:cNvSpPr>
          <p:nvPr>
            <p:ph type="body" sz="quarter" idx="21" hasCustomPrompt="1"/>
          </p:nvPr>
        </p:nvSpPr>
        <p:spPr>
          <a:xfrm>
            <a:off x="6080125" y="3154362"/>
            <a:ext cx="2743200" cy="1838325"/>
          </a:xfrm>
        </p:spPr>
        <p:txBody>
          <a:bodyPr>
            <a:noAutofit/>
          </a:bodyPr>
          <a:lstStyle>
            <a:lvl1pPr marL="0" indent="0">
              <a:buNone/>
              <a:defRPr sz="1800"/>
            </a:lvl1pPr>
          </a:lstStyle>
          <a:p>
            <a:r>
              <a:rPr lang="en-US" dirty="0">
                <a:effectLst/>
                <a:latin typeface="Calibri Light" panose="020F0302020204030204" pitchFamily="34" charset="0"/>
              </a:rPr>
              <a:t>Subheading goes here</a:t>
            </a:r>
          </a:p>
          <a:p>
            <a:r>
              <a:rPr lang="en-US" dirty="0">
                <a:effectLst/>
                <a:latin typeface="Calibri Light" panose="020F0302020204030204" pitchFamily="34" charset="0"/>
              </a:rPr>
              <a:t>This is body copy.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a:t>
            </a:r>
            <a:r>
              <a:rPr lang="en-US" dirty="0">
                <a:effectLst/>
                <a:latin typeface="Calibri Light" panose="020F0302020204030204" pitchFamily="34" charset="0"/>
              </a:rPr>
              <a:t> </a:t>
            </a:r>
            <a:r>
              <a:rPr lang="en-US" dirty="0" err="1">
                <a:effectLst/>
                <a:latin typeface="Calibri Light" panose="020F0302020204030204" pitchFamily="34" charset="0"/>
              </a:rPr>
              <a:t>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t>
            </a:r>
            <a:r>
              <a:rPr lang="en-US" dirty="0" err="1">
                <a:effectLst/>
                <a:latin typeface="Calibri Light" panose="020F0302020204030204" pitchFamily="34" charset="0"/>
              </a:rPr>
              <a:t>sodales</a:t>
            </a:r>
            <a:r>
              <a:rPr lang="en-US" dirty="0">
                <a:effectLst/>
                <a:latin typeface="Calibri Light" panose="020F0302020204030204" pitchFamily="34" charset="0"/>
              </a:rPr>
              <a:t> eros.</a:t>
            </a:r>
          </a:p>
        </p:txBody>
      </p:sp>
    </p:spTree>
    <p:extLst>
      <p:ext uri="{BB962C8B-B14F-4D97-AF65-F5344CB8AC3E}">
        <p14:creationId xmlns:p14="http://schemas.microsoft.com/office/powerpoint/2010/main" val="33701719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story inset w/images (Cardinal bkg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dirty="0"/>
              <a:t>Three story inset with images</a:t>
            </a:r>
          </a:p>
        </p:txBody>
      </p:sp>
      <p:sp>
        <p:nvSpPr>
          <p:cNvPr id="7" name="Slide Number Placeholder 6"/>
          <p:cNvSpPr>
            <a:spLocks noGrp="1"/>
          </p:cNvSpPr>
          <p:nvPr>
            <p:ph type="sldNum" sz="quarter" idx="12"/>
          </p:nvPr>
        </p:nvSpPr>
        <p:spPr>
          <a:xfrm>
            <a:off x="6766560" y="5296959"/>
            <a:ext cx="2057400" cy="304271"/>
          </a:xfrm>
          <a:prstGeom prst="rect">
            <a:avLst/>
          </a:prstGeom>
        </p:spPr>
        <p:txBody>
          <a:bodyPr/>
          <a:lstStyle>
            <a:lvl1pPr>
              <a:defRPr>
                <a:solidFill>
                  <a:schemeClr val="bg1"/>
                </a:solidFill>
              </a:defRPr>
            </a:lvl1pPr>
          </a:lstStyle>
          <a:p>
            <a:fld id="{177CE274-8713-884F-B04F-B6B90AF41963}" type="slidenum">
              <a:rPr lang="en-US" smtClean="0"/>
              <a:pPr/>
              <a:t>‹#›</a:t>
            </a:fld>
            <a:endParaRPr lang="en-US"/>
          </a:p>
        </p:txBody>
      </p:sp>
      <p:cxnSp>
        <p:nvCxnSpPr>
          <p:cNvPr id="8" name="Straight Connector 7">
            <a:extLst>
              <a:ext uri="{FF2B5EF4-FFF2-40B4-BE49-F238E27FC236}">
                <a16:creationId xmlns:a16="http://schemas.microsoft.com/office/drawing/2014/main" id="{446B76A3-7B3B-66A5-E020-61F692A2D0A8}"/>
              </a:ext>
            </a:extLst>
          </p:cNvPr>
          <p:cNvCxnSpPr>
            <a:cxnSpLocks/>
          </p:cNvCxnSpPr>
          <p:nvPr userDrawn="1"/>
        </p:nvCxnSpPr>
        <p:spPr>
          <a:xfrm>
            <a:off x="320040" y="5296959"/>
            <a:ext cx="850392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5C7FAAFB-2588-DDF2-FAB9-CF7A30E5B353}"/>
              </a:ext>
            </a:extLst>
          </p:cNvPr>
          <p:cNvSpPr>
            <a:spLocks noGrp="1"/>
          </p:cNvSpPr>
          <p:nvPr>
            <p:ph type="pic" sz="quarter" idx="13" hasCustomPrompt="1"/>
          </p:nvPr>
        </p:nvSpPr>
        <p:spPr>
          <a:xfrm>
            <a:off x="320675" y="1368424"/>
            <a:ext cx="2743200" cy="1600200"/>
          </a:xfrm>
          <a:solidFill>
            <a:schemeClr val="bg2"/>
          </a:solidFill>
        </p:spPr>
        <p:txBody>
          <a:bodyPr anchor="ctr" anchorCtr="0">
            <a:normAutofit/>
          </a:bodyPr>
          <a:lstStyle>
            <a:lvl1pPr marL="0" indent="0" algn="ctr">
              <a:buNone/>
              <a:defRPr sz="800"/>
            </a:lvl1pPr>
          </a:lstStyle>
          <a:p>
            <a:r>
              <a:rPr lang="en-US" dirty="0"/>
              <a:t>Click to insert image</a:t>
            </a:r>
          </a:p>
          <a:p>
            <a:endParaRPr lang="en-US" dirty="0"/>
          </a:p>
          <a:p>
            <a:endParaRPr lang="en-US" dirty="0"/>
          </a:p>
        </p:txBody>
      </p:sp>
      <p:sp>
        <p:nvSpPr>
          <p:cNvPr id="10" name="Picture Placeholder 8">
            <a:extLst>
              <a:ext uri="{FF2B5EF4-FFF2-40B4-BE49-F238E27FC236}">
                <a16:creationId xmlns:a16="http://schemas.microsoft.com/office/drawing/2014/main" id="{F2A9FC8A-40D6-B726-43B9-7963F537A3A7}"/>
              </a:ext>
            </a:extLst>
          </p:cNvPr>
          <p:cNvSpPr>
            <a:spLocks noGrp="1"/>
          </p:cNvSpPr>
          <p:nvPr>
            <p:ph type="pic" sz="quarter" idx="14" hasCustomPrompt="1"/>
          </p:nvPr>
        </p:nvSpPr>
        <p:spPr>
          <a:xfrm>
            <a:off x="3200400" y="1368266"/>
            <a:ext cx="2743200" cy="1600200"/>
          </a:xfrm>
          <a:solidFill>
            <a:schemeClr val="bg2"/>
          </a:solidFill>
        </p:spPr>
        <p:txBody>
          <a:bodyPr anchor="ctr" anchorCtr="0">
            <a:normAutofit/>
          </a:bodyPr>
          <a:lstStyle>
            <a:lvl1pPr marL="0" indent="0" algn="ctr">
              <a:buNone/>
              <a:defRPr sz="800"/>
            </a:lvl1pPr>
          </a:lstStyle>
          <a:p>
            <a:r>
              <a:rPr lang="en-US" dirty="0"/>
              <a:t>Click to insert image</a:t>
            </a:r>
          </a:p>
          <a:p>
            <a:endParaRPr lang="en-US" dirty="0"/>
          </a:p>
          <a:p>
            <a:endParaRPr lang="en-US" dirty="0"/>
          </a:p>
        </p:txBody>
      </p:sp>
      <p:sp>
        <p:nvSpPr>
          <p:cNvPr id="11" name="Picture Placeholder 8">
            <a:extLst>
              <a:ext uri="{FF2B5EF4-FFF2-40B4-BE49-F238E27FC236}">
                <a16:creationId xmlns:a16="http://schemas.microsoft.com/office/drawing/2014/main" id="{0B35323C-ED18-EB18-F7A4-7EC3ECB82939}"/>
              </a:ext>
            </a:extLst>
          </p:cNvPr>
          <p:cNvSpPr>
            <a:spLocks noGrp="1"/>
          </p:cNvSpPr>
          <p:nvPr>
            <p:ph type="pic" sz="quarter" idx="15" hasCustomPrompt="1"/>
          </p:nvPr>
        </p:nvSpPr>
        <p:spPr>
          <a:xfrm>
            <a:off x="6080125" y="1368266"/>
            <a:ext cx="2743200" cy="1600200"/>
          </a:xfrm>
          <a:solidFill>
            <a:schemeClr val="bg2"/>
          </a:solidFill>
        </p:spPr>
        <p:txBody>
          <a:bodyPr anchor="ctr" anchorCtr="0">
            <a:normAutofit/>
          </a:bodyPr>
          <a:lstStyle>
            <a:lvl1pPr marL="0" indent="0" algn="ctr">
              <a:buNone/>
              <a:defRPr sz="800"/>
            </a:lvl1pPr>
          </a:lstStyle>
          <a:p>
            <a:r>
              <a:rPr lang="en-US" dirty="0"/>
              <a:t>Click to insert image</a:t>
            </a:r>
          </a:p>
          <a:p>
            <a:endParaRPr lang="en-US" dirty="0"/>
          </a:p>
          <a:p>
            <a:endParaRPr lang="en-US" dirty="0"/>
          </a:p>
        </p:txBody>
      </p:sp>
      <p:pic>
        <p:nvPicPr>
          <p:cNvPr id="3" name="Picture 2">
            <a:extLst>
              <a:ext uri="{FF2B5EF4-FFF2-40B4-BE49-F238E27FC236}">
                <a16:creationId xmlns:a16="http://schemas.microsoft.com/office/drawing/2014/main" id="{F1C1EE1B-7E4E-6616-802F-B2C55238A460}"/>
              </a:ext>
            </a:extLst>
          </p:cNvPr>
          <p:cNvPicPr>
            <a:picLocks noChangeAspect="1"/>
          </p:cNvPicPr>
          <p:nvPr userDrawn="1"/>
        </p:nvPicPr>
        <p:blipFill>
          <a:blip r:embed="rId2"/>
          <a:srcRect/>
          <a:stretch/>
        </p:blipFill>
        <p:spPr>
          <a:xfrm>
            <a:off x="325357" y="5389834"/>
            <a:ext cx="1402381" cy="171815"/>
          </a:xfrm>
          <a:prstGeom prst="rect">
            <a:avLst/>
          </a:prstGeom>
        </p:spPr>
      </p:pic>
      <p:sp>
        <p:nvSpPr>
          <p:cNvPr id="4" name="Text Placeholder 3">
            <a:extLst>
              <a:ext uri="{FF2B5EF4-FFF2-40B4-BE49-F238E27FC236}">
                <a16:creationId xmlns:a16="http://schemas.microsoft.com/office/drawing/2014/main" id="{265F3B0C-7C89-CFDD-580C-3DE1E2FB9F8B}"/>
              </a:ext>
            </a:extLst>
          </p:cNvPr>
          <p:cNvSpPr>
            <a:spLocks noGrp="1"/>
          </p:cNvSpPr>
          <p:nvPr>
            <p:ph type="body" sz="quarter" idx="19" hasCustomPrompt="1"/>
          </p:nvPr>
        </p:nvSpPr>
        <p:spPr>
          <a:xfrm>
            <a:off x="320675" y="3154362"/>
            <a:ext cx="2743200" cy="1838325"/>
          </a:xfrm>
        </p:spPr>
        <p:txBody>
          <a:bodyPr>
            <a:noAutofit/>
          </a:bodyPr>
          <a:lstStyle>
            <a:lvl1pPr marL="0" indent="0">
              <a:buNone/>
              <a:defRPr sz="1800">
                <a:solidFill>
                  <a:schemeClr val="bg1"/>
                </a:solidFill>
              </a:defRPr>
            </a:lvl1pPr>
          </a:lstStyle>
          <a:p>
            <a:r>
              <a:rPr lang="en-US" dirty="0">
                <a:effectLst/>
                <a:latin typeface="Calibri Light" panose="020F0302020204030204" pitchFamily="34" charset="0"/>
              </a:rPr>
              <a:t>Subheading goes here</a:t>
            </a:r>
          </a:p>
          <a:p>
            <a:r>
              <a:rPr lang="en-US" dirty="0">
                <a:effectLst/>
                <a:latin typeface="Calibri Light" panose="020F0302020204030204" pitchFamily="34" charset="0"/>
              </a:rPr>
              <a:t>This is body copy.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a:t>
            </a:r>
            <a:r>
              <a:rPr lang="en-US" dirty="0">
                <a:effectLst/>
                <a:latin typeface="Calibri Light" panose="020F0302020204030204" pitchFamily="34" charset="0"/>
              </a:rPr>
              <a:t> </a:t>
            </a:r>
            <a:r>
              <a:rPr lang="en-US" dirty="0" err="1">
                <a:effectLst/>
                <a:latin typeface="Calibri Light" panose="020F0302020204030204" pitchFamily="34" charset="0"/>
              </a:rPr>
              <a:t>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t>
            </a:r>
            <a:r>
              <a:rPr lang="en-US" dirty="0" err="1">
                <a:effectLst/>
                <a:latin typeface="Calibri Light" panose="020F0302020204030204" pitchFamily="34" charset="0"/>
              </a:rPr>
              <a:t>sodales</a:t>
            </a:r>
            <a:r>
              <a:rPr lang="en-US" dirty="0">
                <a:effectLst/>
                <a:latin typeface="Calibri Light" panose="020F0302020204030204" pitchFamily="34" charset="0"/>
              </a:rPr>
              <a:t> eros.</a:t>
            </a:r>
          </a:p>
        </p:txBody>
      </p:sp>
      <p:sp>
        <p:nvSpPr>
          <p:cNvPr id="5" name="Text Placeholder 3">
            <a:extLst>
              <a:ext uri="{FF2B5EF4-FFF2-40B4-BE49-F238E27FC236}">
                <a16:creationId xmlns:a16="http://schemas.microsoft.com/office/drawing/2014/main" id="{79404406-57CC-2CC6-4B29-BCB12EBEF4B6}"/>
              </a:ext>
            </a:extLst>
          </p:cNvPr>
          <p:cNvSpPr>
            <a:spLocks noGrp="1"/>
          </p:cNvSpPr>
          <p:nvPr>
            <p:ph type="body" sz="quarter" idx="20" hasCustomPrompt="1"/>
          </p:nvPr>
        </p:nvSpPr>
        <p:spPr>
          <a:xfrm>
            <a:off x="3200400" y="3154362"/>
            <a:ext cx="2743200" cy="1838325"/>
          </a:xfrm>
        </p:spPr>
        <p:txBody>
          <a:bodyPr>
            <a:noAutofit/>
          </a:bodyPr>
          <a:lstStyle>
            <a:lvl1pPr marL="0" indent="0">
              <a:buNone/>
              <a:defRPr sz="1800">
                <a:solidFill>
                  <a:schemeClr val="bg1"/>
                </a:solidFill>
              </a:defRPr>
            </a:lvl1pPr>
          </a:lstStyle>
          <a:p>
            <a:r>
              <a:rPr lang="en-US" dirty="0">
                <a:effectLst/>
                <a:latin typeface="Calibri Light" panose="020F0302020204030204" pitchFamily="34" charset="0"/>
              </a:rPr>
              <a:t>Subheading goes here</a:t>
            </a:r>
          </a:p>
          <a:p>
            <a:r>
              <a:rPr lang="en-US" dirty="0">
                <a:effectLst/>
                <a:latin typeface="Calibri Light" panose="020F0302020204030204" pitchFamily="34" charset="0"/>
              </a:rPr>
              <a:t>This is body copy.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a:t>
            </a:r>
            <a:r>
              <a:rPr lang="en-US" dirty="0">
                <a:effectLst/>
                <a:latin typeface="Calibri Light" panose="020F0302020204030204" pitchFamily="34" charset="0"/>
              </a:rPr>
              <a:t> </a:t>
            </a:r>
            <a:r>
              <a:rPr lang="en-US" dirty="0" err="1">
                <a:effectLst/>
                <a:latin typeface="Calibri Light" panose="020F0302020204030204" pitchFamily="34" charset="0"/>
              </a:rPr>
              <a:t>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t>
            </a:r>
            <a:r>
              <a:rPr lang="en-US" dirty="0" err="1">
                <a:effectLst/>
                <a:latin typeface="Calibri Light" panose="020F0302020204030204" pitchFamily="34" charset="0"/>
              </a:rPr>
              <a:t>sodales</a:t>
            </a:r>
            <a:r>
              <a:rPr lang="en-US" dirty="0">
                <a:effectLst/>
                <a:latin typeface="Calibri Light" panose="020F0302020204030204" pitchFamily="34" charset="0"/>
              </a:rPr>
              <a:t> eros.</a:t>
            </a:r>
          </a:p>
        </p:txBody>
      </p:sp>
      <p:sp>
        <p:nvSpPr>
          <p:cNvPr id="6" name="Text Placeholder 3">
            <a:extLst>
              <a:ext uri="{FF2B5EF4-FFF2-40B4-BE49-F238E27FC236}">
                <a16:creationId xmlns:a16="http://schemas.microsoft.com/office/drawing/2014/main" id="{323E000F-9740-92B5-226E-7F2A9573F22A}"/>
              </a:ext>
            </a:extLst>
          </p:cNvPr>
          <p:cNvSpPr>
            <a:spLocks noGrp="1"/>
          </p:cNvSpPr>
          <p:nvPr>
            <p:ph type="body" sz="quarter" idx="21" hasCustomPrompt="1"/>
          </p:nvPr>
        </p:nvSpPr>
        <p:spPr>
          <a:xfrm>
            <a:off x="6080125" y="3154362"/>
            <a:ext cx="2743200" cy="1838325"/>
          </a:xfrm>
        </p:spPr>
        <p:txBody>
          <a:bodyPr>
            <a:noAutofit/>
          </a:bodyPr>
          <a:lstStyle>
            <a:lvl1pPr marL="0" indent="0">
              <a:buNone/>
              <a:defRPr sz="1800">
                <a:solidFill>
                  <a:schemeClr val="bg1"/>
                </a:solidFill>
              </a:defRPr>
            </a:lvl1pPr>
          </a:lstStyle>
          <a:p>
            <a:r>
              <a:rPr lang="en-US" dirty="0">
                <a:effectLst/>
                <a:latin typeface="Calibri Light" panose="020F0302020204030204" pitchFamily="34" charset="0"/>
              </a:rPr>
              <a:t>Subheading goes here</a:t>
            </a:r>
          </a:p>
          <a:p>
            <a:r>
              <a:rPr lang="en-US" dirty="0">
                <a:effectLst/>
                <a:latin typeface="Calibri Light" panose="020F0302020204030204" pitchFamily="34" charset="0"/>
              </a:rPr>
              <a:t>This is body copy. Lorem ipsum dolor sit </a:t>
            </a:r>
            <a:r>
              <a:rPr lang="en-US" dirty="0" err="1">
                <a:effectLst/>
                <a:latin typeface="Calibri Light" panose="020F0302020204030204" pitchFamily="34" charset="0"/>
              </a:rPr>
              <a:t>amet</a:t>
            </a:r>
            <a:r>
              <a:rPr lang="en-US" dirty="0">
                <a:effectLst/>
                <a:latin typeface="Calibri Light" panose="020F0302020204030204" pitchFamily="34" charset="0"/>
              </a:rPr>
              <a:t>, </a:t>
            </a:r>
            <a:r>
              <a:rPr lang="en-US" dirty="0" err="1">
                <a:effectLst/>
                <a:latin typeface="Calibri Light" panose="020F0302020204030204" pitchFamily="34" charset="0"/>
              </a:rPr>
              <a:t>consectetur</a:t>
            </a:r>
            <a:r>
              <a:rPr lang="en-US" dirty="0">
                <a:effectLst/>
                <a:latin typeface="Calibri Light" panose="020F0302020204030204" pitchFamily="34" charset="0"/>
              </a:rPr>
              <a:t> </a:t>
            </a:r>
            <a:r>
              <a:rPr lang="en-US" dirty="0" err="1">
                <a:effectLst/>
                <a:latin typeface="Calibri Light" panose="020F0302020204030204" pitchFamily="34" charset="0"/>
              </a:rPr>
              <a:t>adipis</a:t>
            </a:r>
            <a:r>
              <a:rPr lang="en-US" dirty="0">
                <a:effectLst/>
                <a:latin typeface="Calibri Light" panose="020F0302020204030204" pitchFamily="34" charset="0"/>
              </a:rPr>
              <a:t> </a:t>
            </a:r>
            <a:r>
              <a:rPr lang="en-US" dirty="0" err="1">
                <a:effectLst/>
                <a:latin typeface="Calibri Light" panose="020F0302020204030204" pitchFamily="34" charset="0"/>
              </a:rPr>
              <a:t>cing</a:t>
            </a:r>
            <a:r>
              <a:rPr lang="en-US" dirty="0">
                <a:effectLst/>
                <a:latin typeface="Calibri Light" panose="020F0302020204030204" pitchFamily="34" charset="0"/>
              </a:rPr>
              <a:t> </a:t>
            </a:r>
            <a:r>
              <a:rPr lang="en-US" dirty="0" err="1">
                <a:effectLst/>
                <a:latin typeface="Calibri Light" panose="020F0302020204030204" pitchFamily="34" charset="0"/>
              </a:rPr>
              <a:t>elit</a:t>
            </a:r>
            <a:r>
              <a:rPr lang="en-US" dirty="0">
                <a:effectLst/>
                <a:latin typeface="Calibri Light" panose="020F0302020204030204" pitchFamily="34" charset="0"/>
              </a:rPr>
              <a:t>. Maecenas id </a:t>
            </a:r>
            <a:r>
              <a:rPr lang="en-US" dirty="0" err="1">
                <a:effectLst/>
                <a:latin typeface="Calibri Light" panose="020F0302020204030204" pitchFamily="34" charset="0"/>
              </a:rPr>
              <a:t>vulputate</a:t>
            </a:r>
            <a:r>
              <a:rPr lang="en-US" dirty="0">
                <a:effectLst/>
                <a:latin typeface="Calibri Light" panose="020F0302020204030204" pitchFamily="34" charset="0"/>
              </a:rPr>
              <a:t> </a:t>
            </a:r>
            <a:r>
              <a:rPr lang="en-US" dirty="0" err="1">
                <a:effectLst/>
                <a:latin typeface="Calibri Light" panose="020F0302020204030204" pitchFamily="34" charset="0"/>
              </a:rPr>
              <a:t>turpis</a:t>
            </a:r>
            <a:r>
              <a:rPr lang="en-US" dirty="0">
                <a:effectLst/>
                <a:latin typeface="Calibri Light" panose="020F0302020204030204" pitchFamily="34" charset="0"/>
              </a:rPr>
              <a:t>. Gravida </a:t>
            </a:r>
            <a:r>
              <a:rPr lang="en-US" dirty="0" err="1">
                <a:effectLst/>
                <a:latin typeface="Calibri Light" panose="020F0302020204030204" pitchFamily="34" charset="0"/>
              </a:rPr>
              <a:t>leo</a:t>
            </a:r>
            <a:r>
              <a:rPr lang="en-US" dirty="0">
                <a:effectLst/>
                <a:latin typeface="Calibri Light" panose="020F0302020204030204" pitchFamily="34" charset="0"/>
              </a:rPr>
              <a:t> ac </a:t>
            </a:r>
            <a:r>
              <a:rPr lang="en-US" dirty="0" err="1">
                <a:effectLst/>
                <a:latin typeface="Calibri Light" panose="020F0302020204030204" pitchFamily="34" charset="0"/>
              </a:rPr>
              <a:t>sapien</a:t>
            </a:r>
            <a:r>
              <a:rPr lang="en-US" dirty="0">
                <a:effectLst/>
                <a:latin typeface="Calibri Light" panose="020F0302020204030204" pitchFamily="34" charset="0"/>
              </a:rPr>
              <a:t> convallis, </a:t>
            </a:r>
            <a:r>
              <a:rPr lang="en-US" dirty="0" err="1">
                <a:effectLst/>
                <a:latin typeface="Calibri Light" panose="020F0302020204030204" pitchFamily="34" charset="0"/>
              </a:rPr>
              <a:t>sodales</a:t>
            </a:r>
            <a:r>
              <a:rPr lang="en-US" dirty="0">
                <a:effectLst/>
                <a:latin typeface="Calibri Light" panose="020F0302020204030204" pitchFamily="34" charset="0"/>
              </a:rPr>
              <a:t> eros.</a:t>
            </a:r>
          </a:p>
        </p:txBody>
      </p:sp>
    </p:spTree>
    <p:extLst>
      <p:ext uri="{BB962C8B-B14F-4D97-AF65-F5344CB8AC3E}">
        <p14:creationId xmlns:p14="http://schemas.microsoft.com/office/powerpoint/2010/main" val="37030200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 Poppy">
    <p:bg>
      <p:bgPr>
        <a:solidFill>
          <a:schemeClr val="accent5"/>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A68484C-AC53-310A-3E63-11563691DA99}"/>
              </a:ext>
            </a:extLst>
          </p:cNvPr>
          <p:cNvPicPr>
            <a:picLocks noChangeAspect="1"/>
          </p:cNvPicPr>
          <p:nvPr userDrawn="1"/>
        </p:nvPicPr>
        <p:blipFill>
          <a:blip r:embed="rId2">
            <a:alphaModFix amt="85000"/>
          </a:blip>
          <a:stretch>
            <a:fillRect/>
          </a:stretch>
        </p:blipFill>
        <p:spPr>
          <a:xfrm>
            <a:off x="0" y="0"/>
            <a:ext cx="3215261" cy="5715000"/>
          </a:xfrm>
          <a:prstGeom prst="rect">
            <a:avLst/>
          </a:prstGeom>
        </p:spPr>
      </p:pic>
      <p:sp>
        <p:nvSpPr>
          <p:cNvPr id="3" name="Text Placeholder 2"/>
          <p:cNvSpPr>
            <a:spLocks noGrp="1"/>
          </p:cNvSpPr>
          <p:nvPr>
            <p:ph type="body" idx="1" hasCustomPrompt="1"/>
          </p:nvPr>
        </p:nvSpPr>
        <p:spPr>
          <a:xfrm>
            <a:off x="1363132" y="3967701"/>
            <a:ext cx="5960019" cy="9621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subheading (optional) </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bg1"/>
                </a:solidFill>
              </a:defRPr>
            </a:lvl1pPr>
          </a:lstStyle>
          <a:p>
            <a:fld id="{177CE274-8713-884F-B04F-B6B90AF41963}" type="slidenum">
              <a:rPr lang="en-US" smtClean="0"/>
              <a:pPr/>
              <a:t>‹#›</a:t>
            </a:fld>
            <a:endParaRPr lang="en-US" dirty="0"/>
          </a:p>
        </p:txBody>
      </p:sp>
      <p:sp>
        <p:nvSpPr>
          <p:cNvPr id="8" name="Title 1">
            <a:extLst>
              <a:ext uri="{FF2B5EF4-FFF2-40B4-BE49-F238E27FC236}">
                <a16:creationId xmlns:a16="http://schemas.microsoft.com/office/drawing/2014/main" id="{10ACF870-2F5D-892A-9CA1-99944B31E66C}"/>
              </a:ext>
            </a:extLst>
          </p:cNvPr>
          <p:cNvSpPr>
            <a:spLocks noGrp="1"/>
          </p:cNvSpPr>
          <p:nvPr>
            <p:ph type="ctrTitle" hasCustomPrompt="1"/>
          </p:nvPr>
        </p:nvSpPr>
        <p:spPr>
          <a:xfrm>
            <a:off x="1363132" y="1955799"/>
            <a:ext cx="7479792" cy="1844899"/>
          </a:xfrm>
        </p:spPr>
        <p:txBody>
          <a:bodyPr anchor="t" anchorCtr="0"/>
          <a:lstStyle>
            <a:lvl1pPr algn="l">
              <a:defRPr sz="4500">
                <a:solidFill>
                  <a:schemeClr val="bg1"/>
                </a:solidFill>
              </a:defRPr>
            </a:lvl1pPr>
          </a:lstStyle>
          <a:p>
            <a:r>
              <a:rPr lang="en-US" dirty="0"/>
              <a:t>Divider slide header</a:t>
            </a:r>
            <a:br>
              <a:rPr lang="en-US" dirty="0"/>
            </a:br>
            <a:r>
              <a:rPr lang="en-US" dirty="0"/>
              <a:t>title goes here, this is about main subject</a:t>
            </a:r>
          </a:p>
        </p:txBody>
      </p:sp>
      <p:cxnSp>
        <p:nvCxnSpPr>
          <p:cNvPr id="9" name="Straight Connector 8">
            <a:extLst>
              <a:ext uri="{FF2B5EF4-FFF2-40B4-BE49-F238E27FC236}">
                <a16:creationId xmlns:a16="http://schemas.microsoft.com/office/drawing/2014/main" id="{D6D58C70-A025-2C98-C9D6-91718259CCE9}"/>
              </a:ext>
            </a:extLst>
          </p:cNvPr>
          <p:cNvCxnSpPr>
            <a:cxnSpLocks/>
          </p:cNvCxnSpPr>
          <p:nvPr userDrawn="1"/>
        </p:nvCxnSpPr>
        <p:spPr>
          <a:xfrm>
            <a:off x="320040" y="5296959"/>
            <a:ext cx="850392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22921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Illuminating (Dark)">
    <p:bg>
      <p:bgPr>
        <a:solidFill>
          <a:srgbClr val="FEC51D"/>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FF3D13-25FB-D093-39D3-F46A232C0112}"/>
              </a:ext>
            </a:extLst>
          </p:cNvPr>
          <p:cNvPicPr>
            <a:picLocks noChangeAspect="1"/>
          </p:cNvPicPr>
          <p:nvPr userDrawn="1"/>
        </p:nvPicPr>
        <p:blipFill>
          <a:blip r:embed="rId2">
            <a:alphaModFix amt="70000"/>
          </a:blip>
          <a:srcRect/>
          <a:stretch/>
        </p:blipFill>
        <p:spPr>
          <a:xfrm>
            <a:off x="0" y="0"/>
            <a:ext cx="3215260" cy="5715000"/>
          </a:xfrm>
          <a:prstGeom prst="rect">
            <a:avLst/>
          </a:prstGeom>
        </p:spPr>
      </p:pic>
      <p:sp>
        <p:nvSpPr>
          <p:cNvPr id="3" name="Text Placeholder 2"/>
          <p:cNvSpPr>
            <a:spLocks noGrp="1"/>
          </p:cNvSpPr>
          <p:nvPr>
            <p:ph type="body" idx="1" hasCustomPrompt="1"/>
          </p:nvPr>
        </p:nvSpPr>
        <p:spPr>
          <a:xfrm>
            <a:off x="1363132" y="3967701"/>
            <a:ext cx="5960019" cy="9621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subheading (optional) </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bg1"/>
                </a:solidFill>
              </a:defRPr>
            </a:lvl1pPr>
          </a:lstStyle>
          <a:p>
            <a:fld id="{177CE274-8713-884F-B04F-B6B90AF41963}" type="slidenum">
              <a:rPr lang="en-US" smtClean="0"/>
              <a:pPr/>
              <a:t>‹#›</a:t>
            </a:fld>
            <a:endParaRPr lang="en-US" dirty="0"/>
          </a:p>
        </p:txBody>
      </p:sp>
      <p:sp>
        <p:nvSpPr>
          <p:cNvPr id="8" name="Title 1">
            <a:extLst>
              <a:ext uri="{FF2B5EF4-FFF2-40B4-BE49-F238E27FC236}">
                <a16:creationId xmlns:a16="http://schemas.microsoft.com/office/drawing/2014/main" id="{10ACF870-2F5D-892A-9CA1-99944B31E66C}"/>
              </a:ext>
            </a:extLst>
          </p:cNvPr>
          <p:cNvSpPr>
            <a:spLocks noGrp="1"/>
          </p:cNvSpPr>
          <p:nvPr>
            <p:ph type="ctrTitle" hasCustomPrompt="1"/>
          </p:nvPr>
        </p:nvSpPr>
        <p:spPr>
          <a:xfrm>
            <a:off x="1363132" y="1955799"/>
            <a:ext cx="7479792" cy="1844899"/>
          </a:xfrm>
        </p:spPr>
        <p:txBody>
          <a:bodyPr anchor="t" anchorCtr="0"/>
          <a:lstStyle>
            <a:lvl1pPr algn="l">
              <a:defRPr sz="4500">
                <a:solidFill>
                  <a:schemeClr val="bg1"/>
                </a:solidFill>
              </a:defRPr>
            </a:lvl1pPr>
          </a:lstStyle>
          <a:p>
            <a:r>
              <a:rPr lang="en-US" dirty="0"/>
              <a:t>Divider slide header</a:t>
            </a:r>
            <a:br>
              <a:rPr lang="en-US" dirty="0"/>
            </a:br>
            <a:r>
              <a:rPr lang="en-US" dirty="0"/>
              <a:t>title goes here, this is about main subject</a:t>
            </a:r>
          </a:p>
        </p:txBody>
      </p:sp>
      <p:cxnSp>
        <p:nvCxnSpPr>
          <p:cNvPr id="9" name="Straight Connector 8">
            <a:extLst>
              <a:ext uri="{FF2B5EF4-FFF2-40B4-BE49-F238E27FC236}">
                <a16:creationId xmlns:a16="http://schemas.microsoft.com/office/drawing/2014/main" id="{D6D58C70-A025-2C98-C9D6-91718259CCE9}"/>
              </a:ext>
            </a:extLst>
          </p:cNvPr>
          <p:cNvCxnSpPr>
            <a:cxnSpLocks/>
          </p:cNvCxnSpPr>
          <p:nvPr userDrawn="1"/>
        </p:nvCxnSpPr>
        <p:spPr>
          <a:xfrm>
            <a:off x="320040" y="5296959"/>
            <a:ext cx="850392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74394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 Palo Verde">
    <p:bg>
      <p:bgPr>
        <a:solidFill>
          <a:schemeClr val="accent4"/>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CE173C3A-5C98-54E9-53FC-C33B2FF433F0}"/>
              </a:ext>
            </a:extLst>
          </p:cNvPr>
          <p:cNvPicPr>
            <a:picLocks noChangeAspect="1"/>
          </p:cNvPicPr>
          <p:nvPr userDrawn="1"/>
        </p:nvPicPr>
        <p:blipFill>
          <a:blip r:embed="rId2">
            <a:alphaModFix amt="70000"/>
          </a:blip>
          <a:stretch>
            <a:fillRect/>
          </a:stretch>
        </p:blipFill>
        <p:spPr>
          <a:xfrm>
            <a:off x="0" y="0"/>
            <a:ext cx="3215261" cy="5715000"/>
          </a:xfrm>
          <a:prstGeom prst="rect">
            <a:avLst/>
          </a:prstGeom>
        </p:spPr>
      </p:pic>
      <p:sp>
        <p:nvSpPr>
          <p:cNvPr id="3" name="Text Placeholder 2"/>
          <p:cNvSpPr>
            <a:spLocks noGrp="1"/>
          </p:cNvSpPr>
          <p:nvPr>
            <p:ph type="body" idx="1" hasCustomPrompt="1"/>
          </p:nvPr>
        </p:nvSpPr>
        <p:spPr>
          <a:xfrm>
            <a:off x="1363132" y="3967701"/>
            <a:ext cx="5960019" cy="9621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subheading (optional) </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bg1"/>
                </a:solidFill>
              </a:defRPr>
            </a:lvl1pPr>
          </a:lstStyle>
          <a:p>
            <a:fld id="{177CE274-8713-884F-B04F-B6B90AF41963}" type="slidenum">
              <a:rPr lang="en-US" smtClean="0"/>
              <a:pPr/>
              <a:t>‹#›</a:t>
            </a:fld>
            <a:endParaRPr lang="en-US" dirty="0"/>
          </a:p>
        </p:txBody>
      </p:sp>
      <p:sp>
        <p:nvSpPr>
          <p:cNvPr id="8" name="Title 1">
            <a:extLst>
              <a:ext uri="{FF2B5EF4-FFF2-40B4-BE49-F238E27FC236}">
                <a16:creationId xmlns:a16="http://schemas.microsoft.com/office/drawing/2014/main" id="{10ACF870-2F5D-892A-9CA1-99944B31E66C}"/>
              </a:ext>
            </a:extLst>
          </p:cNvPr>
          <p:cNvSpPr>
            <a:spLocks noGrp="1"/>
          </p:cNvSpPr>
          <p:nvPr>
            <p:ph type="ctrTitle" hasCustomPrompt="1"/>
          </p:nvPr>
        </p:nvSpPr>
        <p:spPr>
          <a:xfrm>
            <a:off x="1363132" y="1955799"/>
            <a:ext cx="7479792" cy="1844899"/>
          </a:xfrm>
        </p:spPr>
        <p:txBody>
          <a:bodyPr anchor="t" anchorCtr="0"/>
          <a:lstStyle>
            <a:lvl1pPr algn="l">
              <a:defRPr sz="4500">
                <a:solidFill>
                  <a:schemeClr val="bg1"/>
                </a:solidFill>
              </a:defRPr>
            </a:lvl1pPr>
          </a:lstStyle>
          <a:p>
            <a:r>
              <a:rPr lang="en-US" dirty="0"/>
              <a:t>Divider slide header</a:t>
            </a:r>
            <a:br>
              <a:rPr lang="en-US" dirty="0"/>
            </a:br>
            <a:r>
              <a:rPr lang="en-US" dirty="0"/>
              <a:t>title goes here, this is about main subject</a:t>
            </a:r>
          </a:p>
        </p:txBody>
      </p:sp>
      <p:cxnSp>
        <p:nvCxnSpPr>
          <p:cNvPr id="9" name="Straight Connector 8">
            <a:extLst>
              <a:ext uri="{FF2B5EF4-FFF2-40B4-BE49-F238E27FC236}">
                <a16:creationId xmlns:a16="http://schemas.microsoft.com/office/drawing/2014/main" id="{D6D58C70-A025-2C98-C9D6-91718259CCE9}"/>
              </a:ext>
            </a:extLst>
          </p:cNvPr>
          <p:cNvCxnSpPr>
            <a:cxnSpLocks/>
          </p:cNvCxnSpPr>
          <p:nvPr userDrawn="1"/>
        </p:nvCxnSpPr>
        <p:spPr>
          <a:xfrm>
            <a:off x="320040" y="5296959"/>
            <a:ext cx="850392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43999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 Sky">
    <p:bg>
      <p:bgPr>
        <a:solidFill>
          <a:srgbClr val="4298B5"/>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with low confidence">
            <a:extLst>
              <a:ext uri="{FF2B5EF4-FFF2-40B4-BE49-F238E27FC236}">
                <a16:creationId xmlns:a16="http://schemas.microsoft.com/office/drawing/2014/main" id="{A87BB1C2-25D1-C630-D541-D13D26A4F685}"/>
              </a:ext>
            </a:extLst>
          </p:cNvPr>
          <p:cNvPicPr>
            <a:picLocks noChangeAspect="1"/>
          </p:cNvPicPr>
          <p:nvPr userDrawn="1"/>
        </p:nvPicPr>
        <p:blipFill>
          <a:blip r:embed="rId2">
            <a:alphaModFix amt="70000"/>
          </a:blip>
          <a:stretch>
            <a:fillRect/>
          </a:stretch>
        </p:blipFill>
        <p:spPr>
          <a:xfrm>
            <a:off x="0" y="0"/>
            <a:ext cx="3215261" cy="5715000"/>
          </a:xfrm>
          <a:prstGeom prst="rect">
            <a:avLst/>
          </a:prstGeom>
        </p:spPr>
      </p:pic>
      <p:sp>
        <p:nvSpPr>
          <p:cNvPr id="3" name="Text Placeholder 2"/>
          <p:cNvSpPr>
            <a:spLocks noGrp="1"/>
          </p:cNvSpPr>
          <p:nvPr>
            <p:ph type="body" idx="1" hasCustomPrompt="1"/>
          </p:nvPr>
        </p:nvSpPr>
        <p:spPr>
          <a:xfrm>
            <a:off x="1363132" y="3967701"/>
            <a:ext cx="5960019" cy="9621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subheading (optional) </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bg1"/>
                </a:solidFill>
              </a:defRPr>
            </a:lvl1pPr>
          </a:lstStyle>
          <a:p>
            <a:fld id="{177CE274-8713-884F-B04F-B6B90AF41963}" type="slidenum">
              <a:rPr lang="en-US" smtClean="0"/>
              <a:pPr/>
              <a:t>‹#›</a:t>
            </a:fld>
            <a:endParaRPr lang="en-US" dirty="0"/>
          </a:p>
        </p:txBody>
      </p:sp>
      <p:sp>
        <p:nvSpPr>
          <p:cNvPr id="8" name="Title 1">
            <a:extLst>
              <a:ext uri="{FF2B5EF4-FFF2-40B4-BE49-F238E27FC236}">
                <a16:creationId xmlns:a16="http://schemas.microsoft.com/office/drawing/2014/main" id="{10ACF870-2F5D-892A-9CA1-99944B31E66C}"/>
              </a:ext>
            </a:extLst>
          </p:cNvPr>
          <p:cNvSpPr>
            <a:spLocks noGrp="1"/>
          </p:cNvSpPr>
          <p:nvPr>
            <p:ph type="ctrTitle" hasCustomPrompt="1"/>
          </p:nvPr>
        </p:nvSpPr>
        <p:spPr>
          <a:xfrm>
            <a:off x="1363132" y="1955799"/>
            <a:ext cx="7479792" cy="1844899"/>
          </a:xfrm>
        </p:spPr>
        <p:txBody>
          <a:bodyPr anchor="t" anchorCtr="0"/>
          <a:lstStyle>
            <a:lvl1pPr algn="l">
              <a:defRPr sz="4500">
                <a:solidFill>
                  <a:schemeClr val="bg1"/>
                </a:solidFill>
              </a:defRPr>
            </a:lvl1pPr>
          </a:lstStyle>
          <a:p>
            <a:r>
              <a:rPr lang="en-US" dirty="0"/>
              <a:t>Divider slide header</a:t>
            </a:r>
            <a:br>
              <a:rPr lang="en-US" dirty="0"/>
            </a:br>
            <a:r>
              <a:rPr lang="en-US" dirty="0"/>
              <a:t>title goes here, this is about main subject</a:t>
            </a:r>
          </a:p>
        </p:txBody>
      </p:sp>
      <p:cxnSp>
        <p:nvCxnSpPr>
          <p:cNvPr id="9" name="Straight Connector 8">
            <a:extLst>
              <a:ext uri="{FF2B5EF4-FFF2-40B4-BE49-F238E27FC236}">
                <a16:creationId xmlns:a16="http://schemas.microsoft.com/office/drawing/2014/main" id="{D6D58C70-A025-2C98-C9D6-91718259CCE9}"/>
              </a:ext>
            </a:extLst>
          </p:cNvPr>
          <p:cNvCxnSpPr>
            <a:cxnSpLocks/>
          </p:cNvCxnSpPr>
          <p:nvPr userDrawn="1"/>
        </p:nvCxnSpPr>
        <p:spPr>
          <a:xfrm>
            <a:off x="320040" y="5296959"/>
            <a:ext cx="850392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27978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 Plum">
    <p:bg>
      <p:bgPr>
        <a:solidFill>
          <a:schemeClr val="accent3"/>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9B1620-33A2-EB92-1A78-56D0FCB9B5B6}"/>
              </a:ext>
            </a:extLst>
          </p:cNvPr>
          <p:cNvPicPr>
            <a:picLocks noChangeAspect="1"/>
          </p:cNvPicPr>
          <p:nvPr userDrawn="1"/>
        </p:nvPicPr>
        <p:blipFill>
          <a:blip r:embed="rId2"/>
          <a:srcRect/>
          <a:stretch/>
        </p:blipFill>
        <p:spPr>
          <a:xfrm>
            <a:off x="0" y="0"/>
            <a:ext cx="3215260" cy="5715000"/>
          </a:xfrm>
          <a:prstGeom prst="rect">
            <a:avLst/>
          </a:prstGeom>
        </p:spPr>
      </p:pic>
      <p:sp>
        <p:nvSpPr>
          <p:cNvPr id="3" name="Text Placeholder 2"/>
          <p:cNvSpPr>
            <a:spLocks noGrp="1"/>
          </p:cNvSpPr>
          <p:nvPr>
            <p:ph type="body" idx="1" hasCustomPrompt="1"/>
          </p:nvPr>
        </p:nvSpPr>
        <p:spPr>
          <a:xfrm>
            <a:off x="1363132" y="3967701"/>
            <a:ext cx="5960019" cy="962108"/>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subheading (optional) </a:t>
            </a:r>
          </a:p>
        </p:txBody>
      </p:sp>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bg1"/>
                </a:solidFill>
              </a:defRPr>
            </a:lvl1pPr>
          </a:lstStyle>
          <a:p>
            <a:fld id="{177CE274-8713-884F-B04F-B6B90AF41963}" type="slidenum">
              <a:rPr lang="en-US" smtClean="0"/>
              <a:pPr/>
              <a:t>‹#›</a:t>
            </a:fld>
            <a:endParaRPr lang="en-US" dirty="0"/>
          </a:p>
        </p:txBody>
      </p:sp>
      <p:sp>
        <p:nvSpPr>
          <p:cNvPr id="8" name="Title 1">
            <a:extLst>
              <a:ext uri="{FF2B5EF4-FFF2-40B4-BE49-F238E27FC236}">
                <a16:creationId xmlns:a16="http://schemas.microsoft.com/office/drawing/2014/main" id="{10ACF870-2F5D-892A-9CA1-99944B31E66C}"/>
              </a:ext>
            </a:extLst>
          </p:cNvPr>
          <p:cNvSpPr>
            <a:spLocks noGrp="1"/>
          </p:cNvSpPr>
          <p:nvPr>
            <p:ph type="ctrTitle" hasCustomPrompt="1"/>
          </p:nvPr>
        </p:nvSpPr>
        <p:spPr>
          <a:xfrm>
            <a:off x="1363132" y="1955799"/>
            <a:ext cx="7479792" cy="1844899"/>
          </a:xfrm>
        </p:spPr>
        <p:txBody>
          <a:bodyPr anchor="t" anchorCtr="0"/>
          <a:lstStyle>
            <a:lvl1pPr algn="l">
              <a:defRPr sz="4500">
                <a:solidFill>
                  <a:schemeClr val="bg1"/>
                </a:solidFill>
              </a:defRPr>
            </a:lvl1pPr>
          </a:lstStyle>
          <a:p>
            <a:r>
              <a:rPr lang="en-US" dirty="0"/>
              <a:t>Divider slide header</a:t>
            </a:r>
            <a:br>
              <a:rPr lang="en-US" dirty="0"/>
            </a:br>
            <a:r>
              <a:rPr lang="en-US" dirty="0"/>
              <a:t>title goes here, this is about main subject</a:t>
            </a:r>
          </a:p>
        </p:txBody>
      </p:sp>
      <p:cxnSp>
        <p:nvCxnSpPr>
          <p:cNvPr id="9" name="Straight Connector 8">
            <a:extLst>
              <a:ext uri="{FF2B5EF4-FFF2-40B4-BE49-F238E27FC236}">
                <a16:creationId xmlns:a16="http://schemas.microsoft.com/office/drawing/2014/main" id="{D6D58C70-A025-2C98-C9D6-91718259CCE9}"/>
              </a:ext>
            </a:extLst>
          </p:cNvPr>
          <p:cNvCxnSpPr>
            <a:cxnSpLocks/>
          </p:cNvCxnSpPr>
          <p:nvPr userDrawn="1"/>
        </p:nvCxnSpPr>
        <p:spPr>
          <a:xfrm>
            <a:off x="320040" y="5296959"/>
            <a:ext cx="850392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51505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 Thank You">
    <p:bg>
      <p:bgPr>
        <a:solidFill>
          <a:srgbClr val="53565A"/>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65630BED-1E98-0CEF-3896-D0DA0B0CA961}"/>
              </a:ext>
            </a:extLst>
          </p:cNvPr>
          <p:cNvPicPr>
            <a:picLocks noChangeAspect="1"/>
          </p:cNvPicPr>
          <p:nvPr userDrawn="1"/>
        </p:nvPicPr>
        <p:blipFill>
          <a:blip r:embed="rId2">
            <a:alphaModFix amt="70000"/>
            <a:extLst>
              <a:ext uri="{BEBA8EAE-BF5A-486C-A8C5-ECC9F3942E4B}">
                <a14:imgProps xmlns:a14="http://schemas.microsoft.com/office/drawing/2010/main">
                  <a14:imgLayer r:embed="rId3">
                    <a14:imgEffect>
                      <a14:colorTemperature colorTemp="5900"/>
                    </a14:imgEffect>
                    <a14:imgEffect>
                      <a14:saturation sat="0"/>
                    </a14:imgEffect>
                  </a14:imgLayer>
                </a14:imgProps>
              </a:ext>
            </a:extLst>
          </a:blip>
          <a:stretch>
            <a:fillRect/>
          </a:stretch>
        </p:blipFill>
        <p:spPr>
          <a:xfrm>
            <a:off x="0" y="0"/>
            <a:ext cx="3215261" cy="5715000"/>
          </a:xfrm>
          <a:prstGeom prst="rect">
            <a:avLst/>
          </a:prstGeom>
        </p:spPr>
      </p:pic>
      <p:sp>
        <p:nvSpPr>
          <p:cNvPr id="6" name="Slide Number Placeholder 5"/>
          <p:cNvSpPr>
            <a:spLocks noGrp="1"/>
          </p:cNvSpPr>
          <p:nvPr>
            <p:ph type="sldNum" sz="quarter" idx="12"/>
          </p:nvPr>
        </p:nvSpPr>
        <p:spPr>
          <a:xfrm>
            <a:off x="6766560" y="5296959"/>
            <a:ext cx="2057400" cy="304271"/>
          </a:xfrm>
          <a:prstGeom prst="rect">
            <a:avLst/>
          </a:prstGeom>
        </p:spPr>
        <p:txBody>
          <a:bodyPr/>
          <a:lstStyle>
            <a:lvl1pPr>
              <a:defRPr>
                <a:solidFill>
                  <a:schemeClr val="bg1"/>
                </a:solidFill>
              </a:defRPr>
            </a:lvl1pPr>
          </a:lstStyle>
          <a:p>
            <a:fld id="{177CE274-8713-884F-B04F-B6B90AF41963}" type="slidenum">
              <a:rPr lang="en-US" smtClean="0"/>
              <a:pPr/>
              <a:t>‹#›</a:t>
            </a:fld>
            <a:endParaRPr lang="en-US" dirty="0"/>
          </a:p>
        </p:txBody>
      </p:sp>
      <p:sp>
        <p:nvSpPr>
          <p:cNvPr id="8" name="Title 1">
            <a:extLst>
              <a:ext uri="{FF2B5EF4-FFF2-40B4-BE49-F238E27FC236}">
                <a16:creationId xmlns:a16="http://schemas.microsoft.com/office/drawing/2014/main" id="{10ACF870-2F5D-892A-9CA1-99944B31E66C}"/>
              </a:ext>
            </a:extLst>
          </p:cNvPr>
          <p:cNvSpPr>
            <a:spLocks noGrp="1"/>
          </p:cNvSpPr>
          <p:nvPr>
            <p:ph type="ctrTitle" hasCustomPrompt="1"/>
          </p:nvPr>
        </p:nvSpPr>
        <p:spPr>
          <a:xfrm>
            <a:off x="1363132" y="3298709"/>
            <a:ext cx="7479792" cy="1844899"/>
          </a:xfrm>
        </p:spPr>
        <p:txBody>
          <a:bodyPr anchor="b" anchorCtr="0"/>
          <a:lstStyle>
            <a:lvl1pPr algn="r">
              <a:defRPr sz="4500">
                <a:solidFill>
                  <a:schemeClr val="bg1"/>
                </a:solidFill>
              </a:defRPr>
            </a:lvl1pPr>
          </a:lstStyle>
          <a:p>
            <a:r>
              <a:rPr lang="en-US" dirty="0"/>
              <a:t>Thank You</a:t>
            </a:r>
          </a:p>
        </p:txBody>
      </p:sp>
      <p:pic>
        <p:nvPicPr>
          <p:cNvPr id="7" name="Picture 6">
            <a:extLst>
              <a:ext uri="{FF2B5EF4-FFF2-40B4-BE49-F238E27FC236}">
                <a16:creationId xmlns:a16="http://schemas.microsoft.com/office/drawing/2014/main" id="{4E48C632-C05E-CB25-DBC6-9EB32E637938}"/>
              </a:ext>
            </a:extLst>
          </p:cNvPr>
          <p:cNvPicPr>
            <a:picLocks noChangeAspect="1"/>
          </p:cNvPicPr>
          <p:nvPr userDrawn="1"/>
        </p:nvPicPr>
        <p:blipFill>
          <a:blip r:embed="rId4"/>
          <a:srcRect/>
          <a:stretch/>
        </p:blipFill>
        <p:spPr>
          <a:xfrm>
            <a:off x="325357" y="5389834"/>
            <a:ext cx="1402381" cy="171815"/>
          </a:xfrm>
          <a:prstGeom prst="rect">
            <a:avLst/>
          </a:prstGeom>
        </p:spPr>
      </p:pic>
      <p:cxnSp>
        <p:nvCxnSpPr>
          <p:cNvPr id="9" name="Straight Connector 8">
            <a:extLst>
              <a:ext uri="{FF2B5EF4-FFF2-40B4-BE49-F238E27FC236}">
                <a16:creationId xmlns:a16="http://schemas.microsoft.com/office/drawing/2014/main" id="{D6D58C70-A025-2C98-C9D6-91718259CCE9}"/>
              </a:ext>
            </a:extLst>
          </p:cNvPr>
          <p:cNvCxnSpPr>
            <a:cxnSpLocks/>
          </p:cNvCxnSpPr>
          <p:nvPr userDrawn="1"/>
        </p:nvCxnSpPr>
        <p:spPr>
          <a:xfrm>
            <a:off x="320040" y="5296959"/>
            <a:ext cx="850392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35248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a:xfrm>
            <a:off x="6766560" y="5296959"/>
            <a:ext cx="2057400" cy="304271"/>
          </a:xfrm>
          <a:prstGeom prst="rect">
            <a:avLst/>
          </a:prstGeom>
        </p:spPr>
        <p:txBody>
          <a:bodyPr/>
          <a:lstStyle/>
          <a:p>
            <a:fld id="{177CE274-8713-884F-B04F-B6B90AF41963}" type="slidenum">
              <a:rPr lang="en-US" smtClean="0"/>
              <a:t>‹#›</a:t>
            </a:fld>
            <a:endParaRPr lang="en-US"/>
          </a:p>
        </p:txBody>
      </p:sp>
    </p:spTree>
    <p:extLst>
      <p:ext uri="{BB962C8B-B14F-4D97-AF65-F5344CB8AC3E}">
        <p14:creationId xmlns:p14="http://schemas.microsoft.com/office/powerpoint/2010/main" val="23183793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6766560" y="5296959"/>
            <a:ext cx="2057400" cy="304271"/>
          </a:xfrm>
          <a:prstGeom prst="rect">
            <a:avLst/>
          </a:prstGeom>
        </p:spPr>
        <p:txBody>
          <a:bodyPr/>
          <a:lstStyle/>
          <a:p>
            <a:fld id="{177CE274-8713-884F-B04F-B6B90AF41963}" type="slidenum">
              <a:rPr lang="en-US" smtClean="0"/>
              <a:t>‹#›</a:t>
            </a:fld>
            <a:endParaRPr lang="en-US"/>
          </a:p>
        </p:txBody>
      </p:sp>
    </p:spTree>
    <p:extLst>
      <p:ext uri="{BB962C8B-B14F-4D97-AF65-F5344CB8AC3E}">
        <p14:creationId xmlns:p14="http://schemas.microsoft.com/office/powerpoint/2010/main" val="2685974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0040" y="304271"/>
            <a:ext cx="8503920" cy="914929"/>
          </a:xfrm>
          <a:prstGeom prst="rect">
            <a:avLst/>
          </a:prstGeom>
        </p:spPr>
        <p:txBody>
          <a:bodyPr vert="horz" lIns="0" tIns="45720" rIns="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20040" y="1333500"/>
            <a:ext cx="8503920" cy="3813969"/>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a:extLst>
              <a:ext uri="{FF2B5EF4-FFF2-40B4-BE49-F238E27FC236}">
                <a16:creationId xmlns:a16="http://schemas.microsoft.com/office/drawing/2014/main" id="{ECE70F7C-38F5-0C67-B546-CD48700BBC8B}"/>
              </a:ext>
            </a:extLst>
          </p:cNvPr>
          <p:cNvPicPr>
            <a:picLocks noChangeAspect="1"/>
          </p:cNvPicPr>
          <p:nvPr userDrawn="1"/>
        </p:nvPicPr>
        <p:blipFill>
          <a:blip r:embed="rId23"/>
          <a:srcRect/>
          <a:stretch/>
        </p:blipFill>
        <p:spPr>
          <a:xfrm>
            <a:off x="231581" y="5381456"/>
            <a:ext cx="1600200" cy="196050"/>
          </a:xfrm>
          <a:prstGeom prst="rect">
            <a:avLst/>
          </a:prstGeom>
        </p:spPr>
      </p:pic>
      <p:sp>
        <p:nvSpPr>
          <p:cNvPr id="11" name="Slide Number Placeholder 10">
            <a:extLst>
              <a:ext uri="{FF2B5EF4-FFF2-40B4-BE49-F238E27FC236}">
                <a16:creationId xmlns:a16="http://schemas.microsoft.com/office/drawing/2014/main" id="{24C7CA68-7FB4-321D-C8E0-C926B3A1C841}"/>
              </a:ext>
            </a:extLst>
          </p:cNvPr>
          <p:cNvSpPr>
            <a:spLocks noGrp="1"/>
          </p:cNvSpPr>
          <p:nvPr>
            <p:ph type="sldNum" sz="quarter" idx="4"/>
          </p:nvPr>
        </p:nvSpPr>
        <p:spPr>
          <a:xfrm>
            <a:off x="6766560" y="5286377"/>
            <a:ext cx="2057400" cy="303212"/>
          </a:xfrm>
          <a:prstGeom prst="rect">
            <a:avLst/>
          </a:prstGeom>
        </p:spPr>
        <p:txBody>
          <a:bodyPr vert="horz" lIns="91440" tIns="45720" rIns="91440" bIns="45720" rtlCol="0" anchor="ctr"/>
          <a:lstStyle>
            <a:lvl1pPr algn="r">
              <a:defRPr sz="800">
                <a:solidFill>
                  <a:schemeClr val="tx2"/>
                </a:solidFill>
              </a:defRPr>
            </a:lvl1pPr>
          </a:lstStyle>
          <a:p>
            <a:fld id="{0B846F7A-F379-7344-96C1-F93ECF6653C6}" type="slidenum">
              <a:rPr lang="en-US" smtClean="0"/>
              <a:pPr/>
              <a:t>‹#›</a:t>
            </a:fld>
            <a:endParaRPr lang="en-US" dirty="0"/>
          </a:p>
        </p:txBody>
      </p:sp>
    </p:spTree>
    <p:extLst>
      <p:ext uri="{BB962C8B-B14F-4D97-AF65-F5344CB8AC3E}">
        <p14:creationId xmlns:p14="http://schemas.microsoft.com/office/powerpoint/2010/main" val="1182746281"/>
      </p:ext>
    </p:extLst>
  </p:cSld>
  <p:clrMap bg1="lt1" tx1="dk1" bg2="lt2" tx2="dk2" accent1="accent1" accent2="accent2" accent3="accent3" accent4="accent4" accent5="accent5" accent6="accent6" hlink="hlink" folHlink="folHlink"/>
  <p:sldLayoutIdLst>
    <p:sldLayoutId id="2147483670" r:id="rId1"/>
    <p:sldLayoutId id="2147483661" r:id="rId2"/>
    <p:sldLayoutId id="2147483672" r:id="rId3"/>
    <p:sldLayoutId id="2147483671" r:id="rId4"/>
    <p:sldLayoutId id="2147483673" r:id="rId5"/>
    <p:sldLayoutId id="2147483662" r:id="rId6"/>
    <p:sldLayoutId id="2147483674" r:id="rId7"/>
    <p:sldLayoutId id="2147483675" r:id="rId8"/>
    <p:sldLayoutId id="2147483664" r:id="rId9"/>
    <p:sldLayoutId id="2147483684" r:id="rId10"/>
    <p:sldLayoutId id="2147483676" r:id="rId11"/>
    <p:sldLayoutId id="2147483677" r:id="rId12"/>
    <p:sldLayoutId id="2147483678" r:id="rId13"/>
    <p:sldLayoutId id="2147483663" r:id="rId14"/>
    <p:sldLayoutId id="2147483679" r:id="rId15"/>
    <p:sldLayoutId id="2147483680" r:id="rId16"/>
    <p:sldLayoutId id="2147483681" r:id="rId17"/>
    <p:sldLayoutId id="2147483682" r:id="rId18"/>
    <p:sldLayoutId id="2147483683" r:id="rId19"/>
    <p:sldLayoutId id="2147483666" r:id="rId20"/>
    <p:sldLayoutId id="2147483667" r:id="rId21"/>
  </p:sldLayoutIdLst>
  <p:hf hdr="0" ftr="0" dt="0"/>
  <p:txStyles>
    <p:titleStyle>
      <a:lvl1pPr algn="l" defTabSz="685800" rtl="0" eaLnBrk="1" latinLnBrk="0" hangingPunct="1">
        <a:lnSpc>
          <a:spcPct val="90000"/>
        </a:lnSpc>
        <a:spcBef>
          <a:spcPct val="0"/>
        </a:spcBef>
        <a:buNone/>
        <a:defRPr sz="3200" kern="1200">
          <a:solidFill>
            <a:schemeClr val="tx1"/>
          </a:solidFill>
          <a:latin typeface="Georgia" panose="02040502050405020303" pitchFamily="18"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300" b="0" i="0" kern="1200">
          <a:solidFill>
            <a:schemeClr val="tx2"/>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3" Type="http://schemas.openxmlformats.org/officeDocument/2006/relationships/image" Target="../media/image24.svg"/><Relationship Id="rId18" Type="http://schemas.openxmlformats.org/officeDocument/2006/relationships/image" Target="../media/image29.svg"/><Relationship Id="rId26" Type="http://schemas.openxmlformats.org/officeDocument/2006/relationships/image" Target="../media/image37.svg"/><Relationship Id="rId39" Type="http://schemas.openxmlformats.org/officeDocument/2006/relationships/image" Target="../media/image50.svg"/><Relationship Id="rId21" Type="http://schemas.openxmlformats.org/officeDocument/2006/relationships/image" Target="../media/image32.svg"/><Relationship Id="rId34" Type="http://schemas.openxmlformats.org/officeDocument/2006/relationships/image" Target="../media/image45.svg"/><Relationship Id="rId42" Type="http://schemas.openxmlformats.org/officeDocument/2006/relationships/image" Target="../media/image53.svg"/><Relationship Id="rId47" Type="http://schemas.openxmlformats.org/officeDocument/2006/relationships/image" Target="../media/image58.svg"/><Relationship Id="rId50" Type="http://schemas.openxmlformats.org/officeDocument/2006/relationships/image" Target="../media/image61.svg"/><Relationship Id="rId7" Type="http://schemas.openxmlformats.org/officeDocument/2006/relationships/image" Target="../media/image18.svg"/><Relationship Id="rId2" Type="http://schemas.openxmlformats.org/officeDocument/2006/relationships/image" Target="../media/image13.svg"/><Relationship Id="rId16" Type="http://schemas.openxmlformats.org/officeDocument/2006/relationships/image" Target="../media/image27.svg"/><Relationship Id="rId29" Type="http://schemas.openxmlformats.org/officeDocument/2006/relationships/image" Target="../media/image40.svg"/><Relationship Id="rId11" Type="http://schemas.openxmlformats.org/officeDocument/2006/relationships/image" Target="../media/image22.svg"/><Relationship Id="rId24" Type="http://schemas.openxmlformats.org/officeDocument/2006/relationships/image" Target="../media/image35.svg"/><Relationship Id="rId32" Type="http://schemas.openxmlformats.org/officeDocument/2006/relationships/image" Target="../media/image43.svg"/><Relationship Id="rId37" Type="http://schemas.openxmlformats.org/officeDocument/2006/relationships/image" Target="../media/image48.svg"/><Relationship Id="rId40" Type="http://schemas.openxmlformats.org/officeDocument/2006/relationships/image" Target="../media/image51.svg"/><Relationship Id="rId45" Type="http://schemas.openxmlformats.org/officeDocument/2006/relationships/image" Target="../media/image56.svg"/><Relationship Id="rId5" Type="http://schemas.openxmlformats.org/officeDocument/2006/relationships/image" Target="../media/image16.svg"/><Relationship Id="rId15" Type="http://schemas.openxmlformats.org/officeDocument/2006/relationships/image" Target="../media/image26.svg"/><Relationship Id="rId23" Type="http://schemas.openxmlformats.org/officeDocument/2006/relationships/image" Target="../media/image34.svg"/><Relationship Id="rId28" Type="http://schemas.openxmlformats.org/officeDocument/2006/relationships/image" Target="../media/image39.svg"/><Relationship Id="rId36" Type="http://schemas.openxmlformats.org/officeDocument/2006/relationships/image" Target="../media/image47.svg"/><Relationship Id="rId49" Type="http://schemas.openxmlformats.org/officeDocument/2006/relationships/image" Target="../media/image60.svg"/><Relationship Id="rId10" Type="http://schemas.openxmlformats.org/officeDocument/2006/relationships/image" Target="../media/image21.svg"/><Relationship Id="rId19" Type="http://schemas.openxmlformats.org/officeDocument/2006/relationships/image" Target="../media/image30.svg"/><Relationship Id="rId31" Type="http://schemas.openxmlformats.org/officeDocument/2006/relationships/image" Target="../media/image42.svg"/><Relationship Id="rId44" Type="http://schemas.openxmlformats.org/officeDocument/2006/relationships/image" Target="../media/image55.svg"/><Relationship Id="rId52" Type="http://schemas.openxmlformats.org/officeDocument/2006/relationships/hyperlink" Target="https://identity.stanford.edu/design-elements/iconography/" TargetMode="External"/><Relationship Id="rId4" Type="http://schemas.openxmlformats.org/officeDocument/2006/relationships/image" Target="../media/image15.svg"/><Relationship Id="rId9" Type="http://schemas.openxmlformats.org/officeDocument/2006/relationships/image" Target="../media/image20.svg"/><Relationship Id="rId14" Type="http://schemas.openxmlformats.org/officeDocument/2006/relationships/image" Target="../media/image25.svg"/><Relationship Id="rId22" Type="http://schemas.openxmlformats.org/officeDocument/2006/relationships/image" Target="../media/image33.svg"/><Relationship Id="rId27" Type="http://schemas.openxmlformats.org/officeDocument/2006/relationships/image" Target="../media/image38.svg"/><Relationship Id="rId30" Type="http://schemas.openxmlformats.org/officeDocument/2006/relationships/image" Target="../media/image41.svg"/><Relationship Id="rId35" Type="http://schemas.openxmlformats.org/officeDocument/2006/relationships/image" Target="../media/image46.svg"/><Relationship Id="rId43" Type="http://schemas.openxmlformats.org/officeDocument/2006/relationships/image" Target="../media/image54.svg"/><Relationship Id="rId48" Type="http://schemas.openxmlformats.org/officeDocument/2006/relationships/image" Target="../media/image59.svg"/><Relationship Id="rId8" Type="http://schemas.openxmlformats.org/officeDocument/2006/relationships/image" Target="../media/image19.svg"/><Relationship Id="rId51" Type="http://schemas.openxmlformats.org/officeDocument/2006/relationships/image" Target="../media/image62.svg"/><Relationship Id="rId3" Type="http://schemas.openxmlformats.org/officeDocument/2006/relationships/image" Target="../media/image14.svg"/><Relationship Id="rId12" Type="http://schemas.openxmlformats.org/officeDocument/2006/relationships/image" Target="../media/image23.svg"/><Relationship Id="rId17" Type="http://schemas.openxmlformats.org/officeDocument/2006/relationships/image" Target="../media/image28.svg"/><Relationship Id="rId25" Type="http://schemas.openxmlformats.org/officeDocument/2006/relationships/image" Target="../media/image36.svg"/><Relationship Id="rId33" Type="http://schemas.openxmlformats.org/officeDocument/2006/relationships/image" Target="../media/image44.svg"/><Relationship Id="rId38" Type="http://schemas.openxmlformats.org/officeDocument/2006/relationships/image" Target="../media/image49.svg"/><Relationship Id="rId46" Type="http://schemas.openxmlformats.org/officeDocument/2006/relationships/image" Target="../media/image57.svg"/><Relationship Id="rId20" Type="http://schemas.openxmlformats.org/officeDocument/2006/relationships/image" Target="../media/image31.svg"/><Relationship Id="rId41" Type="http://schemas.openxmlformats.org/officeDocument/2006/relationships/image" Target="../media/image52.svg"/><Relationship Id="rId1" Type="http://schemas.openxmlformats.org/officeDocument/2006/relationships/slideLayout" Target="../slideLayouts/slideLayout6.xml"/><Relationship Id="rId6" Type="http://schemas.openxmlformats.org/officeDocument/2006/relationships/image" Target="../media/image17.sv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6C4DE-CB36-9D89-68BF-FF70681B6869}"/>
              </a:ext>
            </a:extLst>
          </p:cNvPr>
          <p:cNvSpPr>
            <a:spLocks noGrp="1"/>
          </p:cNvSpPr>
          <p:nvPr>
            <p:ph type="ctrTitle"/>
          </p:nvPr>
        </p:nvSpPr>
        <p:spPr/>
        <p:txBody>
          <a:bodyPr/>
          <a:lstStyle/>
          <a:p>
            <a:r>
              <a:rPr lang="en-US" dirty="0"/>
              <a:t>Presentation </a:t>
            </a:r>
            <a:br>
              <a:rPr lang="en-US" dirty="0"/>
            </a:br>
            <a:r>
              <a:rPr lang="en-US" dirty="0"/>
              <a:t>Templates &amp; Guidelines</a:t>
            </a:r>
          </a:p>
        </p:txBody>
      </p:sp>
      <p:sp>
        <p:nvSpPr>
          <p:cNvPr id="3" name="Subtitle 2">
            <a:extLst>
              <a:ext uri="{FF2B5EF4-FFF2-40B4-BE49-F238E27FC236}">
                <a16:creationId xmlns:a16="http://schemas.microsoft.com/office/drawing/2014/main" id="{4FDE9DDB-3BC3-44C9-C321-84521D3B345A}"/>
              </a:ext>
            </a:extLst>
          </p:cNvPr>
          <p:cNvSpPr>
            <a:spLocks noGrp="1"/>
          </p:cNvSpPr>
          <p:nvPr>
            <p:ph type="subTitle" idx="1"/>
          </p:nvPr>
        </p:nvSpPr>
        <p:spPr/>
        <p:txBody>
          <a:bodyPr/>
          <a:lstStyle/>
          <a:p>
            <a:r>
              <a:rPr lang="en-US" dirty="0"/>
              <a:t>University Communications</a:t>
            </a:r>
          </a:p>
          <a:p>
            <a:r>
              <a:rPr lang="en-US" i="1" dirty="0"/>
              <a:t>Created: Jan 2023</a:t>
            </a:r>
          </a:p>
        </p:txBody>
      </p:sp>
    </p:spTree>
    <p:extLst>
      <p:ext uri="{BB962C8B-B14F-4D97-AF65-F5344CB8AC3E}">
        <p14:creationId xmlns:p14="http://schemas.microsoft.com/office/powerpoint/2010/main" val="894177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0FBD2B-EE55-7441-192B-77A62E96F81F}"/>
              </a:ext>
            </a:extLst>
          </p:cNvPr>
          <p:cNvSpPr>
            <a:spLocks noGrp="1"/>
          </p:cNvSpPr>
          <p:nvPr>
            <p:ph type="title"/>
          </p:nvPr>
        </p:nvSpPr>
        <p:spPr/>
        <p:txBody>
          <a:bodyPr/>
          <a:lstStyle/>
          <a:p>
            <a:r>
              <a:rPr lang="en-US" dirty="0"/>
              <a:t>Instructions</a:t>
            </a:r>
          </a:p>
        </p:txBody>
      </p:sp>
      <p:sp>
        <p:nvSpPr>
          <p:cNvPr id="7" name="Content Placeholder 6">
            <a:extLst>
              <a:ext uri="{FF2B5EF4-FFF2-40B4-BE49-F238E27FC236}">
                <a16:creationId xmlns:a16="http://schemas.microsoft.com/office/drawing/2014/main" id="{8824BD25-82D1-3A2B-A213-B7D66BF75884}"/>
              </a:ext>
            </a:extLst>
          </p:cNvPr>
          <p:cNvSpPr>
            <a:spLocks noGrp="1"/>
          </p:cNvSpPr>
          <p:nvPr>
            <p:ph idx="4294967295"/>
          </p:nvPr>
        </p:nvSpPr>
        <p:spPr>
          <a:xfrm>
            <a:off x="320040" y="1333500"/>
            <a:ext cx="8194829" cy="2626963"/>
          </a:xfrm>
        </p:spPr>
        <p:txBody>
          <a:bodyPr>
            <a:noAutofit/>
          </a:bodyPr>
          <a:lstStyle/>
          <a:p>
            <a:pPr marL="0" indent="0">
              <a:lnSpc>
                <a:spcPct val="120000"/>
              </a:lnSpc>
              <a:spcBef>
                <a:spcPts val="0"/>
              </a:spcBef>
              <a:buNone/>
            </a:pPr>
            <a:r>
              <a:rPr lang="en-US" sz="1800" b="1" dirty="0">
                <a:latin typeface="Calibri" panose="020F0502020204030204" pitchFamily="34" charset="0"/>
                <a:cs typeface="Calibri" panose="020F0502020204030204" pitchFamily="34" charset="0"/>
              </a:rPr>
              <a:t>Fonts: </a:t>
            </a:r>
            <a:r>
              <a:rPr lang="en-US" sz="1800" dirty="0"/>
              <a:t>This presentation deck utilizes system fonts for easier collaboration with multiple people and/or sharing templates. For a polished look, do not add other fonts.</a:t>
            </a:r>
          </a:p>
          <a:p>
            <a:pPr>
              <a:lnSpc>
                <a:spcPct val="120000"/>
              </a:lnSpc>
              <a:spcBef>
                <a:spcPts val="300"/>
              </a:spcBef>
            </a:pPr>
            <a:r>
              <a:rPr lang="en-US" sz="1800" b="1" dirty="0"/>
              <a:t>Calibri: </a:t>
            </a:r>
            <a:r>
              <a:rPr lang="en-US" sz="1800" dirty="0"/>
              <a:t>body copy</a:t>
            </a:r>
          </a:p>
          <a:p>
            <a:pPr>
              <a:lnSpc>
                <a:spcPct val="120000"/>
              </a:lnSpc>
              <a:spcBef>
                <a:spcPts val="300"/>
              </a:spcBef>
              <a:spcAft>
                <a:spcPts val="600"/>
              </a:spcAft>
            </a:pPr>
            <a:r>
              <a:rPr lang="en-US" sz="1800" b="1" dirty="0"/>
              <a:t>Georgia: </a:t>
            </a:r>
            <a:r>
              <a:rPr lang="en-US" sz="1800" dirty="0"/>
              <a:t>headlines</a:t>
            </a:r>
          </a:p>
          <a:p>
            <a:pPr marL="0" indent="0">
              <a:lnSpc>
                <a:spcPct val="120000"/>
              </a:lnSpc>
              <a:buNone/>
            </a:pPr>
            <a:r>
              <a:rPr lang="en-US" sz="1800" b="1" dirty="0">
                <a:latin typeface="Calibri" panose="020F0502020204030204" pitchFamily="34" charset="0"/>
                <a:cs typeface="Calibri" panose="020F0502020204030204" pitchFamily="34" charset="0"/>
              </a:rPr>
              <a:t>Colors: </a:t>
            </a:r>
            <a:r>
              <a:rPr lang="en-US" sz="1800" dirty="0"/>
              <a:t>Please utilize the pre-determined color palette within this document to align with Stanford University brand standards. Avoid the addition of colors to the document.</a:t>
            </a:r>
          </a:p>
        </p:txBody>
      </p:sp>
      <p:sp>
        <p:nvSpPr>
          <p:cNvPr id="8" name="Rectangle 7">
            <a:extLst>
              <a:ext uri="{FF2B5EF4-FFF2-40B4-BE49-F238E27FC236}">
                <a16:creationId xmlns:a16="http://schemas.microsoft.com/office/drawing/2014/main" id="{FCEE476F-FBCE-9F94-4D78-3621722146C2}"/>
              </a:ext>
            </a:extLst>
          </p:cNvPr>
          <p:cNvSpPr/>
          <p:nvPr/>
        </p:nvSpPr>
        <p:spPr>
          <a:xfrm>
            <a:off x="320040" y="3960463"/>
            <a:ext cx="54864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CF914C4-204C-4A9B-84C5-D7F325E8E9E9}"/>
              </a:ext>
            </a:extLst>
          </p:cNvPr>
          <p:cNvSpPr/>
          <p:nvPr/>
        </p:nvSpPr>
        <p:spPr>
          <a:xfrm>
            <a:off x="2190482" y="3960463"/>
            <a:ext cx="548640" cy="5486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0" name="Rectangle 9">
            <a:extLst>
              <a:ext uri="{FF2B5EF4-FFF2-40B4-BE49-F238E27FC236}">
                <a16:creationId xmlns:a16="http://schemas.microsoft.com/office/drawing/2014/main" id="{DAA8001C-B2C6-9532-F36C-82ED06451746}"/>
              </a:ext>
            </a:extLst>
          </p:cNvPr>
          <p:cNvSpPr/>
          <p:nvPr/>
        </p:nvSpPr>
        <p:spPr>
          <a:xfrm>
            <a:off x="3345631" y="3960463"/>
            <a:ext cx="548640" cy="5486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1" name="Rectangle 10">
            <a:extLst>
              <a:ext uri="{FF2B5EF4-FFF2-40B4-BE49-F238E27FC236}">
                <a16:creationId xmlns:a16="http://schemas.microsoft.com/office/drawing/2014/main" id="{7BE7E1BD-7BE2-81EB-4B0F-0F2DE024F80F}"/>
              </a:ext>
            </a:extLst>
          </p:cNvPr>
          <p:cNvSpPr/>
          <p:nvPr/>
        </p:nvSpPr>
        <p:spPr>
          <a:xfrm>
            <a:off x="4500780" y="3960463"/>
            <a:ext cx="548640" cy="548640"/>
          </a:xfrm>
          <a:prstGeom prst="rect">
            <a:avLst/>
          </a:prstGeom>
          <a:solidFill>
            <a:srgbClr val="007C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solidFill>
            </a:endParaRPr>
          </a:p>
        </p:txBody>
      </p:sp>
      <p:sp>
        <p:nvSpPr>
          <p:cNvPr id="12" name="Rectangle 11">
            <a:extLst>
              <a:ext uri="{FF2B5EF4-FFF2-40B4-BE49-F238E27FC236}">
                <a16:creationId xmlns:a16="http://schemas.microsoft.com/office/drawing/2014/main" id="{6A20F250-8A46-59F0-EB0A-3248D8DB6059}"/>
              </a:ext>
            </a:extLst>
          </p:cNvPr>
          <p:cNvSpPr/>
          <p:nvPr/>
        </p:nvSpPr>
        <p:spPr>
          <a:xfrm>
            <a:off x="5655929" y="3960463"/>
            <a:ext cx="548640" cy="5486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solidFill>
            </a:endParaRPr>
          </a:p>
        </p:txBody>
      </p:sp>
      <p:sp>
        <p:nvSpPr>
          <p:cNvPr id="13" name="Rectangle 12">
            <a:extLst>
              <a:ext uri="{FF2B5EF4-FFF2-40B4-BE49-F238E27FC236}">
                <a16:creationId xmlns:a16="http://schemas.microsoft.com/office/drawing/2014/main" id="{34F5701D-CDFB-3D3A-D795-A0616E05696A}"/>
              </a:ext>
            </a:extLst>
          </p:cNvPr>
          <p:cNvSpPr/>
          <p:nvPr/>
        </p:nvSpPr>
        <p:spPr>
          <a:xfrm>
            <a:off x="6811078" y="3960463"/>
            <a:ext cx="54864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solidFill>
            </a:endParaRPr>
          </a:p>
        </p:txBody>
      </p:sp>
      <p:sp>
        <p:nvSpPr>
          <p:cNvPr id="14" name="Rectangle 13">
            <a:extLst>
              <a:ext uri="{FF2B5EF4-FFF2-40B4-BE49-F238E27FC236}">
                <a16:creationId xmlns:a16="http://schemas.microsoft.com/office/drawing/2014/main" id="{CE3A4875-683E-8F63-6A52-0292ABFE408D}"/>
              </a:ext>
            </a:extLst>
          </p:cNvPr>
          <p:cNvSpPr/>
          <p:nvPr/>
        </p:nvSpPr>
        <p:spPr>
          <a:xfrm>
            <a:off x="7966229" y="3960463"/>
            <a:ext cx="54864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solidFill>
            </a:endParaRPr>
          </a:p>
        </p:txBody>
      </p:sp>
      <p:sp>
        <p:nvSpPr>
          <p:cNvPr id="15" name="TextBox 14">
            <a:extLst>
              <a:ext uri="{FF2B5EF4-FFF2-40B4-BE49-F238E27FC236}">
                <a16:creationId xmlns:a16="http://schemas.microsoft.com/office/drawing/2014/main" id="{8FCE304B-FAE2-E356-1516-F36F8585F214}"/>
              </a:ext>
            </a:extLst>
          </p:cNvPr>
          <p:cNvSpPr txBox="1"/>
          <p:nvPr/>
        </p:nvSpPr>
        <p:spPr>
          <a:xfrm>
            <a:off x="320040" y="4507418"/>
            <a:ext cx="1059873" cy="707886"/>
          </a:xfrm>
          <a:prstGeom prst="rect">
            <a:avLst/>
          </a:prstGeom>
          <a:noFill/>
        </p:spPr>
        <p:txBody>
          <a:bodyPr wrap="square" lIns="0" rtlCol="0">
            <a:spAutoFit/>
          </a:bodyPr>
          <a:lstStyle/>
          <a:p>
            <a:r>
              <a:rPr lang="en-US" sz="800" b="1" dirty="0">
                <a:solidFill>
                  <a:schemeClr val="tx2"/>
                </a:solidFill>
                <a:effectLst/>
              </a:rPr>
              <a:t>Cardinal Red</a:t>
            </a:r>
            <a:endParaRPr lang="en-US" sz="800" dirty="0">
              <a:solidFill>
                <a:schemeClr val="tx2"/>
              </a:solidFill>
              <a:effectLst/>
            </a:endParaRPr>
          </a:p>
          <a:p>
            <a:r>
              <a:rPr lang="en-US" sz="800" dirty="0">
                <a:solidFill>
                  <a:schemeClr val="tx2"/>
                </a:solidFill>
                <a:effectLst/>
              </a:rPr>
              <a:t>Pantone: 201C, 201U</a:t>
            </a:r>
          </a:p>
          <a:p>
            <a:r>
              <a:rPr lang="en-US" sz="800" dirty="0">
                <a:solidFill>
                  <a:schemeClr val="tx2"/>
                </a:solidFill>
                <a:effectLst/>
              </a:rPr>
              <a:t>CMYK: 0-100-65-34</a:t>
            </a:r>
          </a:p>
          <a:p>
            <a:r>
              <a:rPr lang="en-US" sz="800" dirty="0">
                <a:solidFill>
                  <a:schemeClr val="tx2"/>
                </a:solidFill>
                <a:effectLst/>
              </a:rPr>
              <a:t>RGB: 140-21-21</a:t>
            </a:r>
          </a:p>
          <a:p>
            <a:r>
              <a:rPr lang="en-US" sz="800" dirty="0">
                <a:solidFill>
                  <a:schemeClr val="tx2"/>
                </a:solidFill>
                <a:effectLst/>
              </a:rPr>
              <a:t>#8C1515</a:t>
            </a:r>
          </a:p>
        </p:txBody>
      </p:sp>
      <p:sp>
        <p:nvSpPr>
          <p:cNvPr id="16" name="TextBox 15">
            <a:extLst>
              <a:ext uri="{FF2B5EF4-FFF2-40B4-BE49-F238E27FC236}">
                <a16:creationId xmlns:a16="http://schemas.microsoft.com/office/drawing/2014/main" id="{A1238A76-7749-002A-C21B-14CBBA48ADC6}"/>
              </a:ext>
            </a:extLst>
          </p:cNvPr>
          <p:cNvSpPr txBox="1"/>
          <p:nvPr/>
        </p:nvSpPr>
        <p:spPr>
          <a:xfrm>
            <a:off x="2190482" y="4507418"/>
            <a:ext cx="727285" cy="461665"/>
          </a:xfrm>
          <a:prstGeom prst="rect">
            <a:avLst/>
          </a:prstGeom>
          <a:noFill/>
        </p:spPr>
        <p:txBody>
          <a:bodyPr wrap="square" lIns="0" rtlCol="0">
            <a:spAutoFit/>
          </a:bodyPr>
          <a:lstStyle/>
          <a:p>
            <a:r>
              <a:rPr lang="en-US" sz="800" b="1" dirty="0">
                <a:solidFill>
                  <a:schemeClr val="tx2"/>
                </a:solidFill>
                <a:effectLst/>
              </a:rPr>
              <a:t>Black</a:t>
            </a:r>
            <a:endParaRPr lang="en-US" sz="800" dirty="0">
              <a:solidFill>
                <a:schemeClr val="tx2"/>
              </a:solidFill>
              <a:effectLst/>
            </a:endParaRPr>
          </a:p>
          <a:p>
            <a:r>
              <a:rPr lang="en-US" sz="800" dirty="0">
                <a:solidFill>
                  <a:schemeClr val="tx2"/>
                </a:solidFill>
                <a:effectLst/>
                <a:latin typeface="Calibri Light" panose="020F0302020204030204" pitchFamily="34" charset="0"/>
              </a:rPr>
              <a:t>#2E2D29</a:t>
            </a:r>
          </a:p>
          <a:p>
            <a:endParaRPr lang="en-US" sz="800" dirty="0">
              <a:solidFill>
                <a:schemeClr val="tx2"/>
              </a:solidFill>
              <a:effectLst/>
            </a:endParaRPr>
          </a:p>
        </p:txBody>
      </p:sp>
      <p:sp>
        <p:nvSpPr>
          <p:cNvPr id="17" name="TextBox 16">
            <a:extLst>
              <a:ext uri="{FF2B5EF4-FFF2-40B4-BE49-F238E27FC236}">
                <a16:creationId xmlns:a16="http://schemas.microsoft.com/office/drawing/2014/main" id="{884B5D22-8015-D583-BADA-7895FC17A311}"/>
              </a:ext>
            </a:extLst>
          </p:cNvPr>
          <p:cNvSpPr txBox="1"/>
          <p:nvPr/>
        </p:nvSpPr>
        <p:spPr>
          <a:xfrm>
            <a:off x="3345631" y="4507418"/>
            <a:ext cx="662619" cy="338554"/>
          </a:xfrm>
          <a:prstGeom prst="rect">
            <a:avLst/>
          </a:prstGeom>
          <a:noFill/>
        </p:spPr>
        <p:txBody>
          <a:bodyPr wrap="square" lIns="0" rtlCol="0">
            <a:spAutoFit/>
          </a:bodyPr>
          <a:lstStyle/>
          <a:p>
            <a:r>
              <a:rPr lang="en-US" sz="800" b="1" dirty="0">
                <a:solidFill>
                  <a:schemeClr val="tx2"/>
                </a:solidFill>
                <a:effectLst/>
              </a:rPr>
              <a:t>Poppy</a:t>
            </a:r>
            <a:endParaRPr lang="en-US" sz="800" dirty="0">
              <a:solidFill>
                <a:schemeClr val="tx2"/>
              </a:solidFill>
              <a:effectLst/>
            </a:endParaRPr>
          </a:p>
          <a:p>
            <a:r>
              <a:rPr lang="en-US" sz="800" dirty="0">
                <a:solidFill>
                  <a:schemeClr val="tx2"/>
                </a:solidFill>
                <a:effectLst/>
                <a:latin typeface="Calibri Light" panose="020F0302020204030204" pitchFamily="34" charset="0"/>
              </a:rPr>
              <a:t>#E98300</a:t>
            </a:r>
          </a:p>
        </p:txBody>
      </p:sp>
      <p:sp>
        <p:nvSpPr>
          <p:cNvPr id="18" name="TextBox 17">
            <a:extLst>
              <a:ext uri="{FF2B5EF4-FFF2-40B4-BE49-F238E27FC236}">
                <a16:creationId xmlns:a16="http://schemas.microsoft.com/office/drawing/2014/main" id="{A693BCDF-830A-70BA-1FA0-71067FD0F842}"/>
              </a:ext>
            </a:extLst>
          </p:cNvPr>
          <p:cNvSpPr txBox="1"/>
          <p:nvPr/>
        </p:nvSpPr>
        <p:spPr>
          <a:xfrm>
            <a:off x="4519484" y="4507418"/>
            <a:ext cx="727286" cy="338554"/>
          </a:xfrm>
          <a:prstGeom prst="rect">
            <a:avLst/>
          </a:prstGeom>
          <a:noFill/>
        </p:spPr>
        <p:txBody>
          <a:bodyPr wrap="square" lIns="0" rtlCol="0">
            <a:spAutoFit/>
          </a:bodyPr>
          <a:lstStyle/>
          <a:p>
            <a:r>
              <a:rPr lang="en-US" sz="800" b="1" dirty="0">
                <a:solidFill>
                  <a:schemeClr val="tx2"/>
                </a:solidFill>
                <a:effectLst/>
              </a:rPr>
              <a:t>Lagunita</a:t>
            </a:r>
            <a:endParaRPr lang="en-US" sz="800" dirty="0">
              <a:solidFill>
                <a:schemeClr val="tx2"/>
              </a:solidFill>
              <a:effectLst/>
            </a:endParaRPr>
          </a:p>
          <a:p>
            <a:r>
              <a:rPr lang="en-US" sz="800" dirty="0">
                <a:solidFill>
                  <a:schemeClr val="tx2"/>
                </a:solidFill>
                <a:effectLst/>
                <a:latin typeface="Calibri Light" panose="020F0302020204030204" pitchFamily="34" charset="0"/>
              </a:rPr>
              <a:t>#007C92</a:t>
            </a:r>
          </a:p>
        </p:txBody>
      </p:sp>
      <p:sp>
        <p:nvSpPr>
          <p:cNvPr id="19" name="TextBox 18">
            <a:extLst>
              <a:ext uri="{FF2B5EF4-FFF2-40B4-BE49-F238E27FC236}">
                <a16:creationId xmlns:a16="http://schemas.microsoft.com/office/drawing/2014/main" id="{68C26B77-CEC0-386A-CB0F-E2C2719B85EA}"/>
              </a:ext>
            </a:extLst>
          </p:cNvPr>
          <p:cNvSpPr txBox="1"/>
          <p:nvPr/>
        </p:nvSpPr>
        <p:spPr>
          <a:xfrm>
            <a:off x="5649973" y="4507418"/>
            <a:ext cx="727286" cy="338554"/>
          </a:xfrm>
          <a:prstGeom prst="rect">
            <a:avLst/>
          </a:prstGeom>
          <a:noFill/>
        </p:spPr>
        <p:txBody>
          <a:bodyPr wrap="square" lIns="0" rtlCol="0">
            <a:spAutoFit/>
          </a:bodyPr>
          <a:lstStyle/>
          <a:p>
            <a:r>
              <a:rPr lang="en-US" sz="800" b="1" dirty="0">
                <a:solidFill>
                  <a:schemeClr val="tx2"/>
                </a:solidFill>
                <a:effectLst/>
              </a:rPr>
              <a:t>Palo Verde</a:t>
            </a:r>
            <a:endParaRPr lang="en-US" sz="800" dirty="0">
              <a:solidFill>
                <a:schemeClr val="tx2"/>
              </a:solidFill>
              <a:effectLst/>
            </a:endParaRPr>
          </a:p>
          <a:p>
            <a:r>
              <a:rPr lang="en-US" sz="800" dirty="0">
                <a:solidFill>
                  <a:schemeClr val="tx2"/>
                </a:solidFill>
                <a:effectLst/>
                <a:latin typeface="Calibri Light" panose="020F0302020204030204" pitchFamily="34" charset="0"/>
              </a:rPr>
              <a:t>#279989</a:t>
            </a:r>
          </a:p>
        </p:txBody>
      </p:sp>
      <p:sp>
        <p:nvSpPr>
          <p:cNvPr id="20" name="TextBox 19">
            <a:extLst>
              <a:ext uri="{FF2B5EF4-FFF2-40B4-BE49-F238E27FC236}">
                <a16:creationId xmlns:a16="http://schemas.microsoft.com/office/drawing/2014/main" id="{A3A9CBFA-58CC-9FEA-6C68-CC99F1E3D56B}"/>
              </a:ext>
            </a:extLst>
          </p:cNvPr>
          <p:cNvSpPr txBox="1"/>
          <p:nvPr/>
        </p:nvSpPr>
        <p:spPr>
          <a:xfrm>
            <a:off x="6811077" y="4507418"/>
            <a:ext cx="886507" cy="338554"/>
          </a:xfrm>
          <a:prstGeom prst="rect">
            <a:avLst/>
          </a:prstGeom>
          <a:noFill/>
        </p:spPr>
        <p:txBody>
          <a:bodyPr wrap="square" lIns="0" rtlCol="0">
            <a:spAutoFit/>
          </a:bodyPr>
          <a:lstStyle/>
          <a:p>
            <a:r>
              <a:rPr lang="en-US" sz="800" b="1" dirty="0">
                <a:solidFill>
                  <a:schemeClr val="tx2"/>
                </a:solidFill>
                <a:effectLst/>
              </a:rPr>
              <a:t>Illuminating (Dark)</a:t>
            </a:r>
            <a:endParaRPr lang="en-US" sz="800" dirty="0">
              <a:solidFill>
                <a:schemeClr val="tx2"/>
              </a:solidFill>
              <a:effectLst/>
            </a:endParaRPr>
          </a:p>
          <a:p>
            <a:r>
              <a:rPr lang="en-US" sz="800" dirty="0">
                <a:solidFill>
                  <a:schemeClr val="tx2"/>
                </a:solidFill>
                <a:effectLst/>
                <a:latin typeface="Calibri Light" panose="020F0302020204030204" pitchFamily="34" charset="0"/>
              </a:rPr>
              <a:t>#FEC51D</a:t>
            </a:r>
          </a:p>
        </p:txBody>
      </p:sp>
      <p:sp>
        <p:nvSpPr>
          <p:cNvPr id="21" name="TextBox 20">
            <a:extLst>
              <a:ext uri="{FF2B5EF4-FFF2-40B4-BE49-F238E27FC236}">
                <a16:creationId xmlns:a16="http://schemas.microsoft.com/office/drawing/2014/main" id="{78F8CBA7-F146-634E-08C3-3B96EA52C3B3}"/>
              </a:ext>
            </a:extLst>
          </p:cNvPr>
          <p:cNvSpPr txBox="1"/>
          <p:nvPr/>
        </p:nvSpPr>
        <p:spPr>
          <a:xfrm>
            <a:off x="7966229" y="4507418"/>
            <a:ext cx="886507" cy="338554"/>
          </a:xfrm>
          <a:prstGeom prst="rect">
            <a:avLst/>
          </a:prstGeom>
          <a:noFill/>
        </p:spPr>
        <p:txBody>
          <a:bodyPr wrap="square" lIns="0" rtlCol="0">
            <a:spAutoFit/>
          </a:bodyPr>
          <a:lstStyle/>
          <a:p>
            <a:r>
              <a:rPr lang="en-US" sz="800" b="1" dirty="0">
                <a:solidFill>
                  <a:schemeClr val="tx2"/>
                </a:solidFill>
                <a:effectLst/>
              </a:rPr>
              <a:t>Plum</a:t>
            </a:r>
            <a:endParaRPr lang="en-US" sz="800" dirty="0">
              <a:solidFill>
                <a:schemeClr val="tx2"/>
              </a:solidFill>
              <a:effectLst/>
            </a:endParaRPr>
          </a:p>
          <a:p>
            <a:r>
              <a:rPr lang="en-US" sz="800" dirty="0">
                <a:solidFill>
                  <a:schemeClr val="tx2"/>
                </a:solidFill>
                <a:effectLst/>
                <a:latin typeface="Calibri Light" panose="020F0302020204030204" pitchFamily="34" charset="0"/>
              </a:rPr>
              <a:t>#620059</a:t>
            </a:r>
          </a:p>
        </p:txBody>
      </p:sp>
      <p:sp>
        <p:nvSpPr>
          <p:cNvPr id="2" name="Slide Number Placeholder 1">
            <a:extLst>
              <a:ext uri="{FF2B5EF4-FFF2-40B4-BE49-F238E27FC236}">
                <a16:creationId xmlns:a16="http://schemas.microsoft.com/office/drawing/2014/main" id="{C4499A66-55FC-8F86-9445-93666E3DC7AC}"/>
              </a:ext>
            </a:extLst>
          </p:cNvPr>
          <p:cNvSpPr>
            <a:spLocks noGrp="1"/>
          </p:cNvSpPr>
          <p:nvPr>
            <p:ph type="sldNum" sz="quarter" idx="12"/>
          </p:nvPr>
        </p:nvSpPr>
        <p:spPr/>
        <p:txBody>
          <a:bodyPr/>
          <a:lstStyle/>
          <a:p>
            <a:fld id="{F7340B6C-CA73-B044-A89C-37F5E5CDE01B}" type="slidenum">
              <a:rPr lang="en-US" smtClean="0"/>
              <a:pPr/>
              <a:t>2</a:t>
            </a:fld>
            <a:endParaRPr lang="en-US" dirty="0"/>
          </a:p>
        </p:txBody>
      </p:sp>
    </p:spTree>
    <p:extLst>
      <p:ext uri="{BB962C8B-B14F-4D97-AF65-F5344CB8AC3E}">
        <p14:creationId xmlns:p14="http://schemas.microsoft.com/office/powerpoint/2010/main" val="1486254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C8CE189-83D0-3689-2F5D-02D198AB7E11}"/>
              </a:ext>
            </a:extLst>
          </p:cNvPr>
          <p:cNvSpPr>
            <a:spLocks noGrp="1"/>
          </p:cNvSpPr>
          <p:nvPr>
            <p:ph type="title"/>
          </p:nvPr>
        </p:nvSpPr>
        <p:spPr>
          <a:xfrm>
            <a:off x="320040" y="304271"/>
            <a:ext cx="1417541" cy="914929"/>
          </a:xfrm>
        </p:spPr>
        <p:txBody>
          <a:bodyPr/>
          <a:lstStyle/>
          <a:p>
            <a:r>
              <a:rPr lang="en-US" dirty="0"/>
              <a:t>Icons</a:t>
            </a:r>
          </a:p>
        </p:txBody>
      </p:sp>
      <p:sp>
        <p:nvSpPr>
          <p:cNvPr id="7" name="Rectangle 6">
            <a:extLst>
              <a:ext uri="{FF2B5EF4-FFF2-40B4-BE49-F238E27FC236}">
                <a16:creationId xmlns:a16="http://schemas.microsoft.com/office/drawing/2014/main" id="{7826719B-DA3F-4B61-7641-EA3A5B15695D}"/>
              </a:ext>
            </a:extLst>
          </p:cNvPr>
          <p:cNvSpPr/>
          <p:nvPr/>
        </p:nvSpPr>
        <p:spPr>
          <a:xfrm>
            <a:off x="4572000" y="0"/>
            <a:ext cx="4572000" cy="571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968C1CA0-6A80-8325-232D-527003659765}"/>
              </a:ext>
            </a:extLst>
          </p:cNvPr>
          <p:cNvCxnSpPr>
            <a:cxnSpLocks/>
          </p:cNvCxnSpPr>
          <p:nvPr/>
        </p:nvCxnSpPr>
        <p:spPr>
          <a:xfrm>
            <a:off x="320040" y="5296959"/>
            <a:ext cx="8503920"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66" name="Group 65">
            <a:extLst>
              <a:ext uri="{FF2B5EF4-FFF2-40B4-BE49-F238E27FC236}">
                <a16:creationId xmlns:a16="http://schemas.microsoft.com/office/drawing/2014/main" id="{A7E2E717-D5FC-3E1A-13D7-D518A59940DD}"/>
              </a:ext>
            </a:extLst>
          </p:cNvPr>
          <p:cNvGrpSpPr/>
          <p:nvPr/>
        </p:nvGrpSpPr>
        <p:grpSpPr>
          <a:xfrm>
            <a:off x="320040" y="1718274"/>
            <a:ext cx="3893037" cy="3079610"/>
            <a:chOff x="243907" y="1348648"/>
            <a:chExt cx="3893037" cy="3079610"/>
          </a:xfrm>
        </p:grpSpPr>
        <p:pic>
          <p:nvPicPr>
            <p:cNvPr id="11" name="Graphic 10" descr="Cycling with solid fill">
              <a:extLst>
                <a:ext uri="{FF2B5EF4-FFF2-40B4-BE49-F238E27FC236}">
                  <a16:creationId xmlns:a16="http://schemas.microsoft.com/office/drawing/2014/main" id="{86DF04A7-37DF-3872-396C-94674D579A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4549" y="1348648"/>
              <a:ext cx="457200" cy="457200"/>
            </a:xfrm>
            <a:prstGeom prst="rect">
              <a:avLst/>
            </a:prstGeom>
          </p:spPr>
        </p:pic>
        <p:pic>
          <p:nvPicPr>
            <p:cNvPr id="13" name="Graphic 12" descr="Chat with solid fill">
              <a:extLst>
                <a:ext uri="{FF2B5EF4-FFF2-40B4-BE49-F238E27FC236}">
                  <a16:creationId xmlns:a16="http://schemas.microsoft.com/office/drawing/2014/main" id="{FE83201C-B7C6-A396-FC8F-AD09989793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2968" y="1348648"/>
              <a:ext cx="457200" cy="457200"/>
            </a:xfrm>
            <a:prstGeom prst="rect">
              <a:avLst/>
            </a:prstGeom>
          </p:spPr>
        </p:pic>
        <p:pic>
          <p:nvPicPr>
            <p:cNvPr id="15" name="Graphic 14" descr="Globe with solid fill">
              <a:extLst>
                <a:ext uri="{FF2B5EF4-FFF2-40B4-BE49-F238E27FC236}">
                  <a16:creationId xmlns:a16="http://schemas.microsoft.com/office/drawing/2014/main" id="{24DF7FA5-6198-F9B8-D408-5FB75DE56E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1387" y="1348648"/>
              <a:ext cx="457200" cy="457200"/>
            </a:xfrm>
            <a:prstGeom prst="rect">
              <a:avLst/>
            </a:prstGeom>
          </p:spPr>
        </p:pic>
        <p:pic>
          <p:nvPicPr>
            <p:cNvPr id="17" name="Graphic 16" descr="Airplane with solid fill">
              <a:extLst>
                <a:ext uri="{FF2B5EF4-FFF2-40B4-BE49-F238E27FC236}">
                  <a16:creationId xmlns:a16="http://schemas.microsoft.com/office/drawing/2014/main" id="{FDDEE79D-D60B-F626-BD42-C1FBE8B46A9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20447" y="1348648"/>
              <a:ext cx="457200" cy="457200"/>
            </a:xfrm>
            <a:prstGeom prst="rect">
              <a:avLst/>
            </a:prstGeom>
          </p:spPr>
        </p:pic>
        <p:pic>
          <p:nvPicPr>
            <p:cNvPr id="19" name="Graphic 18" descr="Home with solid fill">
              <a:extLst>
                <a:ext uri="{FF2B5EF4-FFF2-40B4-BE49-F238E27FC236}">
                  <a16:creationId xmlns:a16="http://schemas.microsoft.com/office/drawing/2014/main" id="{1AF55FE4-A0C0-4464-B5CA-AE44BB2E44F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78868" y="1348648"/>
              <a:ext cx="457200" cy="457200"/>
            </a:xfrm>
            <a:prstGeom prst="rect">
              <a:avLst/>
            </a:prstGeom>
          </p:spPr>
        </p:pic>
        <p:pic>
          <p:nvPicPr>
            <p:cNvPr id="21" name="Graphic 20" descr="Books with solid fill">
              <a:extLst>
                <a:ext uri="{FF2B5EF4-FFF2-40B4-BE49-F238E27FC236}">
                  <a16:creationId xmlns:a16="http://schemas.microsoft.com/office/drawing/2014/main" id="{DCFB04DF-2897-E0A2-3C96-E84F284606A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43908" y="1965824"/>
              <a:ext cx="457200" cy="457200"/>
            </a:xfrm>
            <a:prstGeom prst="rect">
              <a:avLst/>
            </a:prstGeom>
          </p:spPr>
        </p:pic>
        <p:pic>
          <p:nvPicPr>
            <p:cNvPr id="23" name="Graphic 22" descr="Bus with solid fill">
              <a:extLst>
                <a:ext uri="{FF2B5EF4-FFF2-40B4-BE49-F238E27FC236}">
                  <a16:creationId xmlns:a16="http://schemas.microsoft.com/office/drawing/2014/main" id="{56EB82F9-8458-BC7A-03F9-20B1490ADFA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44549" y="2554349"/>
              <a:ext cx="457200" cy="457200"/>
            </a:xfrm>
            <a:prstGeom prst="rect">
              <a:avLst/>
            </a:prstGeom>
          </p:spPr>
        </p:pic>
        <p:pic>
          <p:nvPicPr>
            <p:cNvPr id="25" name="Graphic 24" descr="City with solid fill">
              <a:extLst>
                <a:ext uri="{FF2B5EF4-FFF2-40B4-BE49-F238E27FC236}">
                  <a16:creationId xmlns:a16="http://schemas.microsoft.com/office/drawing/2014/main" id="{82E51215-4894-458A-A44F-D7307484563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43907" y="3234090"/>
              <a:ext cx="457200" cy="457200"/>
            </a:xfrm>
            <a:prstGeom prst="rect">
              <a:avLst/>
            </a:prstGeom>
          </p:spPr>
        </p:pic>
        <p:pic>
          <p:nvPicPr>
            <p:cNvPr id="27" name="Graphic 26" descr="Car with solid fill">
              <a:extLst>
                <a:ext uri="{FF2B5EF4-FFF2-40B4-BE49-F238E27FC236}">
                  <a16:creationId xmlns:a16="http://schemas.microsoft.com/office/drawing/2014/main" id="{33B0DDF5-7571-789E-116E-74580E839D4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56244" y="3971058"/>
              <a:ext cx="457200" cy="457200"/>
            </a:xfrm>
            <a:prstGeom prst="rect">
              <a:avLst/>
            </a:prstGeom>
          </p:spPr>
        </p:pic>
        <p:pic>
          <p:nvPicPr>
            <p:cNvPr id="29" name="Graphic 28" descr="Receiver with solid fill">
              <a:extLst>
                <a:ext uri="{FF2B5EF4-FFF2-40B4-BE49-F238E27FC236}">
                  <a16:creationId xmlns:a16="http://schemas.microsoft.com/office/drawing/2014/main" id="{B277DC84-B4D6-D2E9-2E5B-600593A55A7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09241" y="3971058"/>
              <a:ext cx="457200" cy="457200"/>
            </a:xfrm>
            <a:prstGeom prst="rect">
              <a:avLst/>
            </a:prstGeom>
          </p:spPr>
        </p:pic>
        <p:pic>
          <p:nvPicPr>
            <p:cNvPr id="33" name="Graphic 32" descr="Leaf with solid fill">
              <a:extLst>
                <a:ext uri="{FF2B5EF4-FFF2-40B4-BE49-F238E27FC236}">
                  <a16:creationId xmlns:a16="http://schemas.microsoft.com/office/drawing/2014/main" id="{8EE9579A-02FE-FF4D-02DB-F14D7BDA23F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962238" y="3971058"/>
              <a:ext cx="457200" cy="457200"/>
            </a:xfrm>
            <a:prstGeom prst="rect">
              <a:avLst/>
            </a:prstGeom>
          </p:spPr>
        </p:pic>
        <p:pic>
          <p:nvPicPr>
            <p:cNvPr id="35" name="Graphic 34" descr="Beaker with solid fill">
              <a:extLst>
                <a:ext uri="{FF2B5EF4-FFF2-40B4-BE49-F238E27FC236}">
                  <a16:creationId xmlns:a16="http://schemas.microsoft.com/office/drawing/2014/main" id="{E905EDC4-D590-8D25-536E-0953B68A3AE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815235" y="3971058"/>
              <a:ext cx="457200" cy="457200"/>
            </a:xfrm>
            <a:prstGeom prst="rect">
              <a:avLst/>
            </a:prstGeom>
          </p:spPr>
        </p:pic>
        <p:pic>
          <p:nvPicPr>
            <p:cNvPr id="37" name="Graphic 36" descr="Pie chart with solid fill">
              <a:extLst>
                <a:ext uri="{FF2B5EF4-FFF2-40B4-BE49-F238E27FC236}">
                  <a16:creationId xmlns:a16="http://schemas.microsoft.com/office/drawing/2014/main" id="{C06FB77F-F497-D69D-68E7-1E202C104F20}"/>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53849" y="3234090"/>
              <a:ext cx="457200" cy="457200"/>
            </a:xfrm>
            <a:prstGeom prst="rect">
              <a:avLst/>
            </a:prstGeom>
          </p:spPr>
        </p:pic>
        <p:pic>
          <p:nvPicPr>
            <p:cNvPr id="39" name="Graphic 38" descr="Water with solid fill">
              <a:extLst>
                <a:ext uri="{FF2B5EF4-FFF2-40B4-BE49-F238E27FC236}">
                  <a16:creationId xmlns:a16="http://schemas.microsoft.com/office/drawing/2014/main" id="{F16C0E88-42A5-8276-927F-043C59FC4FAB}"/>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663792" y="3234090"/>
              <a:ext cx="457200" cy="457200"/>
            </a:xfrm>
            <a:prstGeom prst="rect">
              <a:avLst/>
            </a:prstGeom>
          </p:spPr>
        </p:pic>
        <p:pic>
          <p:nvPicPr>
            <p:cNvPr id="43" name="Graphic 42" descr="Bar graph with upward trend with solid fill">
              <a:extLst>
                <a:ext uri="{FF2B5EF4-FFF2-40B4-BE49-F238E27FC236}">
                  <a16:creationId xmlns:a16="http://schemas.microsoft.com/office/drawing/2014/main" id="{04B30C3E-7EF2-28AB-2D76-4B7F1BA96E2A}"/>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98878" y="3234090"/>
              <a:ext cx="457200" cy="457200"/>
            </a:xfrm>
            <a:prstGeom prst="rect">
              <a:avLst/>
            </a:prstGeom>
          </p:spPr>
        </p:pic>
        <p:pic>
          <p:nvPicPr>
            <p:cNvPr id="47" name="Graphic 46" descr="Handshake with solid fill">
              <a:extLst>
                <a:ext uri="{FF2B5EF4-FFF2-40B4-BE49-F238E27FC236}">
                  <a16:creationId xmlns:a16="http://schemas.microsoft.com/office/drawing/2014/main" id="{4BE78807-2126-D5CF-AE60-28A5DF8E610E}"/>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102867" y="1965824"/>
              <a:ext cx="457200" cy="457200"/>
            </a:xfrm>
            <a:prstGeom prst="rect">
              <a:avLst/>
            </a:prstGeom>
          </p:spPr>
        </p:pic>
        <p:pic>
          <p:nvPicPr>
            <p:cNvPr id="49" name="Graphic 48" descr="Garbage with solid fill">
              <a:extLst>
                <a:ext uri="{FF2B5EF4-FFF2-40B4-BE49-F238E27FC236}">
                  <a16:creationId xmlns:a16="http://schemas.microsoft.com/office/drawing/2014/main" id="{7961E757-D2B1-E95D-AB1C-C883A428D5D3}"/>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954171" y="2554349"/>
              <a:ext cx="457200" cy="457200"/>
            </a:xfrm>
            <a:prstGeom prst="rect">
              <a:avLst/>
            </a:prstGeom>
          </p:spPr>
        </p:pic>
        <p:pic>
          <p:nvPicPr>
            <p:cNvPr id="51" name="Graphic 50" descr="User with solid fill">
              <a:extLst>
                <a:ext uri="{FF2B5EF4-FFF2-40B4-BE49-F238E27FC236}">
                  <a16:creationId xmlns:a16="http://schemas.microsoft.com/office/drawing/2014/main" id="{66CD1C66-924A-E29B-C134-2EE1CB27FDFD}"/>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099360" y="2554349"/>
              <a:ext cx="457200" cy="457200"/>
            </a:xfrm>
            <a:prstGeom prst="rect">
              <a:avLst/>
            </a:prstGeom>
          </p:spPr>
        </p:pic>
        <p:pic>
          <p:nvPicPr>
            <p:cNvPr id="53" name="Graphic 52" descr="Person in wheelchair with solid fill">
              <a:extLst>
                <a:ext uri="{FF2B5EF4-FFF2-40B4-BE49-F238E27FC236}">
                  <a16:creationId xmlns:a16="http://schemas.microsoft.com/office/drawing/2014/main" id="{B33E804A-0EE5-08EC-B221-5E81320F05AF}"/>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3679744" y="1965824"/>
              <a:ext cx="457200" cy="457200"/>
            </a:xfrm>
            <a:prstGeom prst="rect">
              <a:avLst/>
            </a:prstGeom>
          </p:spPr>
        </p:pic>
        <p:pic>
          <p:nvPicPr>
            <p:cNvPr id="55" name="Graphic 54" descr="Dim (Medium Sun) with solid fill">
              <a:extLst>
                <a:ext uri="{FF2B5EF4-FFF2-40B4-BE49-F238E27FC236}">
                  <a16:creationId xmlns:a16="http://schemas.microsoft.com/office/drawing/2014/main" id="{EA246CE8-52A9-69BE-F900-04D9708D31CD}"/>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2820785" y="1965824"/>
              <a:ext cx="457200" cy="457200"/>
            </a:xfrm>
            <a:prstGeom prst="rect">
              <a:avLst/>
            </a:prstGeom>
          </p:spPr>
        </p:pic>
        <p:pic>
          <p:nvPicPr>
            <p:cNvPr id="57" name="Graphic 56" descr="Graduation cap with solid fill">
              <a:extLst>
                <a:ext uri="{FF2B5EF4-FFF2-40B4-BE49-F238E27FC236}">
                  <a16:creationId xmlns:a16="http://schemas.microsoft.com/office/drawing/2014/main" id="{08C8BA15-91EB-76CB-4A1D-55690A295318}"/>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1961826" y="1965824"/>
              <a:ext cx="457200" cy="457200"/>
            </a:xfrm>
            <a:prstGeom prst="rect">
              <a:avLst/>
            </a:prstGeom>
          </p:spPr>
        </p:pic>
        <p:pic>
          <p:nvPicPr>
            <p:cNvPr id="59" name="Graphic 58" descr="Sustainability with solid fill">
              <a:extLst>
                <a:ext uri="{FF2B5EF4-FFF2-40B4-BE49-F238E27FC236}">
                  <a16:creationId xmlns:a16="http://schemas.microsoft.com/office/drawing/2014/main" id="{34590516-2796-6390-9FF7-D64AFCA8BFDE}"/>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3663792" y="2554349"/>
              <a:ext cx="457200" cy="457200"/>
            </a:xfrm>
            <a:prstGeom prst="rect">
              <a:avLst/>
            </a:prstGeom>
          </p:spPr>
        </p:pic>
        <p:pic>
          <p:nvPicPr>
            <p:cNvPr id="61" name="Graphic 60" descr="Electric car with solid fill">
              <a:extLst>
                <a:ext uri="{FF2B5EF4-FFF2-40B4-BE49-F238E27FC236}">
                  <a16:creationId xmlns:a16="http://schemas.microsoft.com/office/drawing/2014/main" id="{9210EC03-5834-C613-BBA5-2BA0A4CB5F35}"/>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3668234" y="3971058"/>
              <a:ext cx="457200" cy="457200"/>
            </a:xfrm>
            <a:prstGeom prst="rect">
              <a:avLst/>
            </a:prstGeom>
          </p:spPr>
        </p:pic>
        <p:pic>
          <p:nvPicPr>
            <p:cNvPr id="63" name="Graphic 62" descr="Renewable Energy with solid fill">
              <a:extLst>
                <a:ext uri="{FF2B5EF4-FFF2-40B4-BE49-F238E27FC236}">
                  <a16:creationId xmlns:a16="http://schemas.microsoft.com/office/drawing/2014/main" id="{C961CC14-F6A5-1585-8F65-FC3323E613A3}"/>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2808982" y="2554349"/>
              <a:ext cx="457200" cy="457200"/>
            </a:xfrm>
            <a:prstGeom prst="rect">
              <a:avLst/>
            </a:prstGeom>
          </p:spPr>
        </p:pic>
        <p:pic>
          <p:nvPicPr>
            <p:cNvPr id="65" name="Graphic 64" descr="Palette with solid fill">
              <a:extLst>
                <a:ext uri="{FF2B5EF4-FFF2-40B4-BE49-F238E27FC236}">
                  <a16:creationId xmlns:a16="http://schemas.microsoft.com/office/drawing/2014/main" id="{7CCF44ED-E402-9092-0219-B825B1C48D17}"/>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2808820" y="3234090"/>
              <a:ext cx="457200" cy="457200"/>
            </a:xfrm>
            <a:prstGeom prst="rect">
              <a:avLst/>
            </a:prstGeom>
          </p:spPr>
        </p:pic>
      </p:grpSp>
      <p:grpSp>
        <p:nvGrpSpPr>
          <p:cNvPr id="67" name="Group 66">
            <a:extLst>
              <a:ext uri="{FF2B5EF4-FFF2-40B4-BE49-F238E27FC236}">
                <a16:creationId xmlns:a16="http://schemas.microsoft.com/office/drawing/2014/main" id="{ED4E75B5-E011-4283-323E-C910F0BC9D0B}"/>
              </a:ext>
            </a:extLst>
          </p:cNvPr>
          <p:cNvGrpSpPr/>
          <p:nvPr/>
        </p:nvGrpSpPr>
        <p:grpSpPr>
          <a:xfrm>
            <a:off x="4930281" y="1718274"/>
            <a:ext cx="3893037" cy="3079610"/>
            <a:chOff x="243907" y="1348648"/>
            <a:chExt cx="3893037" cy="3079610"/>
          </a:xfrm>
          <a:solidFill>
            <a:schemeClr val="bg1"/>
          </a:solidFill>
        </p:grpSpPr>
        <p:pic>
          <p:nvPicPr>
            <p:cNvPr id="68" name="Graphic 67" descr="Cycling with solid fill">
              <a:extLst>
                <a:ext uri="{FF2B5EF4-FFF2-40B4-BE49-F238E27FC236}">
                  <a16:creationId xmlns:a16="http://schemas.microsoft.com/office/drawing/2014/main" id="{F51FD762-0475-3B92-4CE2-6ADAC6A3F30A}"/>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244549" y="1348648"/>
              <a:ext cx="457200" cy="457200"/>
            </a:xfrm>
            <a:prstGeom prst="rect">
              <a:avLst/>
            </a:prstGeom>
          </p:spPr>
        </p:pic>
        <p:pic>
          <p:nvPicPr>
            <p:cNvPr id="69" name="Graphic 68" descr="Chat with solid fill">
              <a:extLst>
                <a:ext uri="{FF2B5EF4-FFF2-40B4-BE49-F238E27FC236}">
                  <a16:creationId xmlns:a16="http://schemas.microsoft.com/office/drawing/2014/main" id="{AEBB8093-4EF5-15FB-4009-0B37989B5252}"/>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102968" y="1348648"/>
              <a:ext cx="457200" cy="457200"/>
            </a:xfrm>
            <a:prstGeom prst="rect">
              <a:avLst/>
            </a:prstGeom>
          </p:spPr>
        </p:pic>
        <p:pic>
          <p:nvPicPr>
            <p:cNvPr id="70" name="Graphic 69" descr="Globe with solid fill">
              <a:extLst>
                <a:ext uri="{FF2B5EF4-FFF2-40B4-BE49-F238E27FC236}">
                  <a16:creationId xmlns:a16="http://schemas.microsoft.com/office/drawing/2014/main" id="{4101B09C-41C9-5CFC-9B2F-069D40E0BE51}"/>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1961387" y="1348648"/>
              <a:ext cx="457200" cy="457200"/>
            </a:xfrm>
            <a:prstGeom prst="rect">
              <a:avLst/>
            </a:prstGeom>
          </p:spPr>
        </p:pic>
        <p:pic>
          <p:nvPicPr>
            <p:cNvPr id="71" name="Graphic 70" descr="Airplane with solid fill">
              <a:extLst>
                <a:ext uri="{FF2B5EF4-FFF2-40B4-BE49-F238E27FC236}">
                  <a16:creationId xmlns:a16="http://schemas.microsoft.com/office/drawing/2014/main" id="{9CBAF3FA-1980-CAC0-378F-DAD35720EC51}"/>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2820447" y="1348648"/>
              <a:ext cx="457200" cy="457200"/>
            </a:xfrm>
            <a:prstGeom prst="rect">
              <a:avLst/>
            </a:prstGeom>
          </p:spPr>
        </p:pic>
        <p:pic>
          <p:nvPicPr>
            <p:cNvPr id="72" name="Graphic 71" descr="Home with solid fill">
              <a:extLst>
                <a:ext uri="{FF2B5EF4-FFF2-40B4-BE49-F238E27FC236}">
                  <a16:creationId xmlns:a16="http://schemas.microsoft.com/office/drawing/2014/main" id="{D45C0A3A-B36D-D32C-320A-507590B86AAF}"/>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3678868" y="1348648"/>
              <a:ext cx="457200" cy="457200"/>
            </a:xfrm>
            <a:prstGeom prst="rect">
              <a:avLst/>
            </a:prstGeom>
          </p:spPr>
        </p:pic>
        <p:pic>
          <p:nvPicPr>
            <p:cNvPr id="73" name="Graphic 72" descr="Books with solid fill">
              <a:extLst>
                <a:ext uri="{FF2B5EF4-FFF2-40B4-BE49-F238E27FC236}">
                  <a16:creationId xmlns:a16="http://schemas.microsoft.com/office/drawing/2014/main" id="{162437CD-84A6-0B04-9DB4-437D9D4EA53A}"/>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243908" y="1965824"/>
              <a:ext cx="457200" cy="457200"/>
            </a:xfrm>
            <a:prstGeom prst="rect">
              <a:avLst/>
            </a:prstGeom>
          </p:spPr>
        </p:pic>
        <p:pic>
          <p:nvPicPr>
            <p:cNvPr id="74" name="Graphic 73" descr="Bus with solid fill">
              <a:extLst>
                <a:ext uri="{FF2B5EF4-FFF2-40B4-BE49-F238E27FC236}">
                  <a16:creationId xmlns:a16="http://schemas.microsoft.com/office/drawing/2014/main" id="{F0472E3F-3A91-FF60-FCB6-B07B0D1B3116}"/>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244549" y="2554349"/>
              <a:ext cx="457200" cy="457200"/>
            </a:xfrm>
            <a:prstGeom prst="rect">
              <a:avLst/>
            </a:prstGeom>
          </p:spPr>
        </p:pic>
        <p:pic>
          <p:nvPicPr>
            <p:cNvPr id="75" name="Graphic 74" descr="City with solid fill">
              <a:extLst>
                <a:ext uri="{FF2B5EF4-FFF2-40B4-BE49-F238E27FC236}">
                  <a16:creationId xmlns:a16="http://schemas.microsoft.com/office/drawing/2014/main" id="{C3EAF36E-01C9-1187-89B5-D4C250085F8F}"/>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243907" y="3234090"/>
              <a:ext cx="457200" cy="457200"/>
            </a:xfrm>
            <a:prstGeom prst="rect">
              <a:avLst/>
            </a:prstGeom>
          </p:spPr>
        </p:pic>
        <p:pic>
          <p:nvPicPr>
            <p:cNvPr id="76" name="Graphic 75" descr="Car with solid fill">
              <a:extLst>
                <a:ext uri="{FF2B5EF4-FFF2-40B4-BE49-F238E27FC236}">
                  <a16:creationId xmlns:a16="http://schemas.microsoft.com/office/drawing/2014/main" id="{3E02DD33-AD2B-A676-AE93-30E61A74D91D}"/>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256244" y="3971058"/>
              <a:ext cx="457200" cy="457200"/>
            </a:xfrm>
            <a:prstGeom prst="rect">
              <a:avLst/>
            </a:prstGeom>
          </p:spPr>
        </p:pic>
        <p:pic>
          <p:nvPicPr>
            <p:cNvPr id="77" name="Graphic 76" descr="Receiver with solid fill">
              <a:extLst>
                <a:ext uri="{FF2B5EF4-FFF2-40B4-BE49-F238E27FC236}">
                  <a16:creationId xmlns:a16="http://schemas.microsoft.com/office/drawing/2014/main" id="{400D027E-EBDA-7DC5-E931-E0C56F02C9C9}"/>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1109241" y="3971058"/>
              <a:ext cx="457200" cy="457200"/>
            </a:xfrm>
            <a:prstGeom prst="rect">
              <a:avLst/>
            </a:prstGeom>
          </p:spPr>
        </p:pic>
        <p:pic>
          <p:nvPicPr>
            <p:cNvPr id="78" name="Graphic 77" descr="Leaf with solid fill">
              <a:extLst>
                <a:ext uri="{FF2B5EF4-FFF2-40B4-BE49-F238E27FC236}">
                  <a16:creationId xmlns:a16="http://schemas.microsoft.com/office/drawing/2014/main" id="{C9E68D09-77AB-7953-FE18-BB47573A04DA}"/>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1962238" y="3971058"/>
              <a:ext cx="457200" cy="457200"/>
            </a:xfrm>
            <a:prstGeom prst="rect">
              <a:avLst/>
            </a:prstGeom>
          </p:spPr>
        </p:pic>
        <p:pic>
          <p:nvPicPr>
            <p:cNvPr id="79" name="Graphic 78" descr="Beaker with solid fill">
              <a:extLst>
                <a:ext uri="{FF2B5EF4-FFF2-40B4-BE49-F238E27FC236}">
                  <a16:creationId xmlns:a16="http://schemas.microsoft.com/office/drawing/2014/main" id="{CA1D3575-30D5-1E74-733A-942FB018FAE7}"/>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2815235" y="3971058"/>
              <a:ext cx="457200" cy="457200"/>
            </a:xfrm>
            <a:prstGeom prst="rect">
              <a:avLst/>
            </a:prstGeom>
          </p:spPr>
        </p:pic>
        <p:pic>
          <p:nvPicPr>
            <p:cNvPr id="80" name="Graphic 79" descr="Pie chart with solid fill">
              <a:extLst>
                <a:ext uri="{FF2B5EF4-FFF2-40B4-BE49-F238E27FC236}">
                  <a16:creationId xmlns:a16="http://schemas.microsoft.com/office/drawing/2014/main" id="{9308F6A5-22AA-05B5-9E9B-9EEEE723F5A6}"/>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1953849" y="3234090"/>
              <a:ext cx="457200" cy="457200"/>
            </a:xfrm>
            <a:prstGeom prst="rect">
              <a:avLst/>
            </a:prstGeom>
          </p:spPr>
        </p:pic>
        <p:pic>
          <p:nvPicPr>
            <p:cNvPr id="81" name="Graphic 80" descr="Water with solid fill">
              <a:extLst>
                <a:ext uri="{FF2B5EF4-FFF2-40B4-BE49-F238E27FC236}">
                  <a16:creationId xmlns:a16="http://schemas.microsoft.com/office/drawing/2014/main" id="{AC6BFAF0-6FEA-B5EA-BA7E-3770232BB0B6}"/>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3663792" y="3234090"/>
              <a:ext cx="457200" cy="457200"/>
            </a:xfrm>
            <a:prstGeom prst="rect">
              <a:avLst/>
            </a:prstGeom>
          </p:spPr>
        </p:pic>
        <p:pic>
          <p:nvPicPr>
            <p:cNvPr id="82" name="Graphic 81" descr="Bar graph with upward trend with solid fill">
              <a:extLst>
                <a:ext uri="{FF2B5EF4-FFF2-40B4-BE49-F238E27FC236}">
                  <a16:creationId xmlns:a16="http://schemas.microsoft.com/office/drawing/2014/main" id="{11070533-1555-09F1-E67E-6F58FC555C75}"/>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1098878" y="3234090"/>
              <a:ext cx="457200" cy="457200"/>
            </a:xfrm>
            <a:prstGeom prst="rect">
              <a:avLst/>
            </a:prstGeom>
          </p:spPr>
        </p:pic>
        <p:pic>
          <p:nvPicPr>
            <p:cNvPr id="83" name="Graphic 82" descr="Handshake with solid fill">
              <a:extLst>
                <a:ext uri="{FF2B5EF4-FFF2-40B4-BE49-F238E27FC236}">
                  <a16:creationId xmlns:a16="http://schemas.microsoft.com/office/drawing/2014/main" id="{4F1B3DE4-8967-6F7C-C172-D00A48CB30DA}"/>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1102867" y="1965824"/>
              <a:ext cx="457200" cy="457200"/>
            </a:xfrm>
            <a:prstGeom prst="rect">
              <a:avLst/>
            </a:prstGeom>
          </p:spPr>
        </p:pic>
        <p:pic>
          <p:nvPicPr>
            <p:cNvPr id="84" name="Graphic 83" descr="Garbage with solid fill">
              <a:extLst>
                <a:ext uri="{FF2B5EF4-FFF2-40B4-BE49-F238E27FC236}">
                  <a16:creationId xmlns:a16="http://schemas.microsoft.com/office/drawing/2014/main" id="{530CA5B0-C140-1B9A-2294-E4A0C44CC8C4}"/>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1954171" y="2554349"/>
              <a:ext cx="457200" cy="457200"/>
            </a:xfrm>
            <a:prstGeom prst="rect">
              <a:avLst/>
            </a:prstGeom>
          </p:spPr>
        </p:pic>
        <p:pic>
          <p:nvPicPr>
            <p:cNvPr id="85" name="Graphic 84" descr="User with solid fill">
              <a:extLst>
                <a:ext uri="{FF2B5EF4-FFF2-40B4-BE49-F238E27FC236}">
                  <a16:creationId xmlns:a16="http://schemas.microsoft.com/office/drawing/2014/main" id="{F248E27F-1BA7-9AFA-CDEE-314F723BAFF6}"/>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1099360" y="2554349"/>
              <a:ext cx="457200" cy="457200"/>
            </a:xfrm>
            <a:prstGeom prst="rect">
              <a:avLst/>
            </a:prstGeom>
          </p:spPr>
        </p:pic>
        <p:pic>
          <p:nvPicPr>
            <p:cNvPr id="86" name="Graphic 85" descr="Person in wheelchair with solid fill">
              <a:extLst>
                <a:ext uri="{FF2B5EF4-FFF2-40B4-BE49-F238E27FC236}">
                  <a16:creationId xmlns:a16="http://schemas.microsoft.com/office/drawing/2014/main" id="{0A964873-9A00-6305-1A8F-7A6543BA8A25}"/>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3679744" y="1965824"/>
              <a:ext cx="457200" cy="457200"/>
            </a:xfrm>
            <a:prstGeom prst="rect">
              <a:avLst/>
            </a:prstGeom>
          </p:spPr>
        </p:pic>
        <p:pic>
          <p:nvPicPr>
            <p:cNvPr id="87" name="Graphic 86" descr="Dim (Medium Sun) with solid fill">
              <a:extLst>
                <a:ext uri="{FF2B5EF4-FFF2-40B4-BE49-F238E27FC236}">
                  <a16:creationId xmlns:a16="http://schemas.microsoft.com/office/drawing/2014/main" id="{55BDE7EF-E3DA-F393-5E74-BA79967F17A8}"/>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2820785" y="1965824"/>
              <a:ext cx="457200" cy="457200"/>
            </a:xfrm>
            <a:prstGeom prst="rect">
              <a:avLst/>
            </a:prstGeom>
          </p:spPr>
        </p:pic>
        <p:pic>
          <p:nvPicPr>
            <p:cNvPr id="88" name="Graphic 87" descr="Graduation cap with solid fill">
              <a:extLst>
                <a:ext uri="{FF2B5EF4-FFF2-40B4-BE49-F238E27FC236}">
                  <a16:creationId xmlns:a16="http://schemas.microsoft.com/office/drawing/2014/main" id="{58B20271-F2AC-45A6-5F8E-0D22E85C55FF}"/>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1961826" y="1965824"/>
              <a:ext cx="457200" cy="457200"/>
            </a:xfrm>
            <a:prstGeom prst="rect">
              <a:avLst/>
            </a:prstGeom>
          </p:spPr>
        </p:pic>
        <p:pic>
          <p:nvPicPr>
            <p:cNvPr id="89" name="Graphic 88" descr="Sustainability with solid fill">
              <a:extLst>
                <a:ext uri="{FF2B5EF4-FFF2-40B4-BE49-F238E27FC236}">
                  <a16:creationId xmlns:a16="http://schemas.microsoft.com/office/drawing/2014/main" id="{E1C8C98E-5EE9-9A31-0AF0-A0D0383DB2F1}"/>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3663792" y="2554349"/>
              <a:ext cx="457200" cy="457200"/>
            </a:xfrm>
            <a:prstGeom prst="rect">
              <a:avLst/>
            </a:prstGeom>
          </p:spPr>
        </p:pic>
        <p:pic>
          <p:nvPicPr>
            <p:cNvPr id="90" name="Graphic 89" descr="Electric car with solid fill">
              <a:extLst>
                <a:ext uri="{FF2B5EF4-FFF2-40B4-BE49-F238E27FC236}">
                  <a16:creationId xmlns:a16="http://schemas.microsoft.com/office/drawing/2014/main" id="{93B84623-A0B7-39CE-D228-1570854D16E3}"/>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3668234" y="3971058"/>
              <a:ext cx="457200" cy="457200"/>
            </a:xfrm>
            <a:prstGeom prst="rect">
              <a:avLst/>
            </a:prstGeom>
          </p:spPr>
        </p:pic>
        <p:pic>
          <p:nvPicPr>
            <p:cNvPr id="91" name="Graphic 90" descr="Renewable Energy with solid fill">
              <a:extLst>
                <a:ext uri="{FF2B5EF4-FFF2-40B4-BE49-F238E27FC236}">
                  <a16:creationId xmlns:a16="http://schemas.microsoft.com/office/drawing/2014/main" id="{9CDAD69D-DB0B-0C26-D336-844DA662BD52}"/>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2808982" y="2554349"/>
              <a:ext cx="457200" cy="457200"/>
            </a:xfrm>
            <a:prstGeom prst="rect">
              <a:avLst/>
            </a:prstGeom>
          </p:spPr>
        </p:pic>
        <p:pic>
          <p:nvPicPr>
            <p:cNvPr id="92" name="Graphic 91" descr="Palette with solid fill">
              <a:extLst>
                <a:ext uri="{FF2B5EF4-FFF2-40B4-BE49-F238E27FC236}">
                  <a16:creationId xmlns:a16="http://schemas.microsoft.com/office/drawing/2014/main" id="{6B339601-C920-9ECD-782D-7ED7E1202C3D}"/>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2808820" y="3234090"/>
              <a:ext cx="457200" cy="457200"/>
            </a:xfrm>
            <a:prstGeom prst="rect">
              <a:avLst/>
            </a:prstGeom>
          </p:spPr>
        </p:pic>
      </p:grpSp>
      <p:sp>
        <p:nvSpPr>
          <p:cNvPr id="93" name="TextBox 92">
            <a:extLst>
              <a:ext uri="{FF2B5EF4-FFF2-40B4-BE49-F238E27FC236}">
                <a16:creationId xmlns:a16="http://schemas.microsoft.com/office/drawing/2014/main" id="{B6B80585-10EA-E5CB-1ADF-226AC765A248}"/>
              </a:ext>
            </a:extLst>
          </p:cNvPr>
          <p:cNvSpPr txBox="1"/>
          <p:nvPr/>
        </p:nvSpPr>
        <p:spPr>
          <a:xfrm>
            <a:off x="4791894" y="407170"/>
            <a:ext cx="4015471" cy="646331"/>
          </a:xfrm>
          <a:prstGeom prst="rect">
            <a:avLst/>
          </a:prstGeom>
          <a:noFill/>
        </p:spPr>
        <p:txBody>
          <a:bodyPr wrap="square" lIns="91440" tIns="45720" rIns="91440" bIns="45720" rtlCol="0">
            <a:spAutoFit/>
          </a:bodyPr>
          <a:lstStyle/>
          <a:p>
            <a:r>
              <a:rPr lang="en-US" sz="1200" i="1" dirty="0">
                <a:solidFill>
                  <a:schemeClr val="bg1"/>
                </a:solidFill>
              </a:rPr>
              <a:t>The below samples are from PowerPoint: Insert &gt; Icons library. Use the guidelines from the </a:t>
            </a:r>
            <a:r>
              <a:rPr lang="en-US" sz="1200" i="1" dirty="0">
                <a:solidFill>
                  <a:schemeClr val="bg1"/>
                </a:solidFill>
                <a:hlinkClick r:id="rId52">
                  <a:extLst>
                    <a:ext uri="{A12FA001-AC4F-418D-AE19-62706E023703}">
                      <ahyp:hlinkClr xmlns:ahyp="http://schemas.microsoft.com/office/drawing/2018/hyperlinkcolor" val="tx"/>
                    </a:ext>
                  </a:extLst>
                </a:hlinkClick>
              </a:rPr>
              <a:t>Stanford Identity Guide Iconography</a:t>
            </a:r>
            <a:r>
              <a:rPr lang="en-US" sz="1200" i="1" dirty="0">
                <a:solidFill>
                  <a:schemeClr val="bg1"/>
                </a:solidFill>
              </a:rPr>
              <a:t> page to choose additional icons.</a:t>
            </a:r>
          </a:p>
        </p:txBody>
      </p:sp>
      <p:sp>
        <p:nvSpPr>
          <p:cNvPr id="2" name="Slide Number Placeholder 1">
            <a:extLst>
              <a:ext uri="{FF2B5EF4-FFF2-40B4-BE49-F238E27FC236}">
                <a16:creationId xmlns:a16="http://schemas.microsoft.com/office/drawing/2014/main" id="{E367D2B7-C480-DFD7-451A-ED78114034DA}"/>
              </a:ext>
            </a:extLst>
          </p:cNvPr>
          <p:cNvSpPr>
            <a:spLocks noGrp="1"/>
          </p:cNvSpPr>
          <p:nvPr>
            <p:ph type="sldNum" sz="quarter" idx="12"/>
          </p:nvPr>
        </p:nvSpPr>
        <p:spPr/>
        <p:txBody>
          <a:bodyPr/>
          <a:lstStyle/>
          <a:p>
            <a:fld id="{177CE274-8713-884F-B04F-B6B90AF41963}" type="slidenum">
              <a:rPr lang="en-US" smtClean="0"/>
              <a:pPr/>
              <a:t>3</a:t>
            </a:fld>
            <a:endParaRPr lang="en-US"/>
          </a:p>
        </p:txBody>
      </p:sp>
    </p:spTree>
    <p:extLst>
      <p:ext uri="{BB962C8B-B14F-4D97-AF65-F5344CB8AC3E}">
        <p14:creationId xmlns:p14="http://schemas.microsoft.com/office/powerpoint/2010/main" val="202657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493E63F-552E-A145-21C9-A03690A9534F}"/>
              </a:ext>
            </a:extLst>
          </p:cNvPr>
          <p:cNvSpPr>
            <a:spLocks noGrp="1"/>
          </p:cNvSpPr>
          <p:nvPr>
            <p:ph type="title"/>
          </p:nvPr>
        </p:nvSpPr>
        <p:spPr/>
        <p:txBody>
          <a:bodyPr/>
          <a:lstStyle/>
          <a:p>
            <a:r>
              <a:rPr lang="en-US" dirty="0"/>
              <a:t>Org chart</a:t>
            </a:r>
          </a:p>
        </p:txBody>
      </p:sp>
      <p:graphicFrame>
        <p:nvGraphicFramePr>
          <p:cNvPr id="10" name="Content Placeholder 9">
            <a:extLst>
              <a:ext uri="{FF2B5EF4-FFF2-40B4-BE49-F238E27FC236}">
                <a16:creationId xmlns:a16="http://schemas.microsoft.com/office/drawing/2014/main" id="{40A9E43D-C09F-E473-0CA0-854FE926DC7E}"/>
              </a:ext>
            </a:extLst>
          </p:cNvPr>
          <p:cNvGraphicFramePr>
            <a:graphicFrameLocks noGrp="1"/>
          </p:cNvGraphicFramePr>
          <p:nvPr>
            <p:ph idx="4294967295"/>
            <p:extLst>
              <p:ext uri="{D42A27DB-BD31-4B8C-83A1-F6EECF244321}">
                <p14:modId xmlns:p14="http://schemas.microsoft.com/office/powerpoint/2010/main" val="3221103813"/>
              </p:ext>
            </p:extLst>
          </p:nvPr>
        </p:nvGraphicFramePr>
        <p:xfrm>
          <a:off x="321310" y="1057054"/>
          <a:ext cx="8502650" cy="3814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40EE063E-7EE9-54E8-FAE2-3DA70ADC1800}"/>
              </a:ext>
            </a:extLst>
          </p:cNvPr>
          <p:cNvSpPr>
            <a:spLocks noGrp="1"/>
          </p:cNvSpPr>
          <p:nvPr>
            <p:ph type="sldNum" sz="quarter" idx="12"/>
          </p:nvPr>
        </p:nvSpPr>
        <p:spPr/>
        <p:txBody>
          <a:bodyPr/>
          <a:lstStyle/>
          <a:p>
            <a:fld id="{177CE274-8713-884F-B04F-B6B90AF41963}" type="slidenum">
              <a:rPr lang="en-US" smtClean="0"/>
              <a:pPr/>
              <a:t>4</a:t>
            </a:fld>
            <a:endParaRPr lang="en-US"/>
          </a:p>
        </p:txBody>
      </p:sp>
    </p:spTree>
    <p:extLst>
      <p:ext uri="{BB962C8B-B14F-4D97-AF65-F5344CB8AC3E}">
        <p14:creationId xmlns:p14="http://schemas.microsoft.com/office/powerpoint/2010/main" val="3522417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F3FB88-4EB6-B939-A6B5-598D71A8ADE3}"/>
              </a:ext>
            </a:extLst>
          </p:cNvPr>
          <p:cNvSpPr>
            <a:spLocks noGrp="1"/>
          </p:cNvSpPr>
          <p:nvPr>
            <p:ph type="title"/>
          </p:nvPr>
        </p:nvSpPr>
        <p:spPr/>
        <p:txBody>
          <a:bodyPr/>
          <a:lstStyle/>
          <a:p>
            <a:r>
              <a:rPr lang="en-US" dirty="0"/>
              <a:t>About Stanford University</a:t>
            </a:r>
          </a:p>
        </p:txBody>
      </p:sp>
      <p:sp>
        <p:nvSpPr>
          <p:cNvPr id="6" name="Content Placeholder 5">
            <a:extLst>
              <a:ext uri="{FF2B5EF4-FFF2-40B4-BE49-F238E27FC236}">
                <a16:creationId xmlns:a16="http://schemas.microsoft.com/office/drawing/2014/main" id="{F4C5972A-F27B-C84B-09D9-8E8C85A50D9D}"/>
              </a:ext>
            </a:extLst>
          </p:cNvPr>
          <p:cNvSpPr>
            <a:spLocks noGrp="1"/>
          </p:cNvSpPr>
          <p:nvPr>
            <p:ph idx="4294967295"/>
          </p:nvPr>
        </p:nvSpPr>
        <p:spPr>
          <a:xfrm>
            <a:off x="320039" y="1333500"/>
            <a:ext cx="5669280" cy="3813969"/>
          </a:xfrm>
        </p:spPr>
        <p:txBody>
          <a:bodyPr>
            <a:noAutofit/>
          </a:bodyPr>
          <a:lstStyle/>
          <a:p>
            <a:pPr marL="0" indent="0">
              <a:lnSpc>
                <a:spcPts val="2000"/>
              </a:lnSpc>
              <a:buNone/>
            </a:pPr>
            <a:r>
              <a:rPr lang="en-US" sz="1600" dirty="0">
                <a:effectLst/>
                <a:latin typeface="Calibri Light" panose="020F0302020204030204" pitchFamily="34" charset="0"/>
              </a:rPr>
              <a:t>Stanford University is a place of discovery, creativity, innovation and world-class medical care. Dedicated to its founding mission of benefitting society through research and education, Stanford strives to create a sustainable future for all, catalyze discoveries about ourselves and our world, accelerate the societal impact of its research, and educate students as global citizens. The university is located in the San Francisco Bay Area on the ancestral land of the Muwekma Ohlone Tribe and first welcomed students in 1891. Its main campus holds seven schools along with interdisciplinary research and policy institutes, athletics, and the arts. More than 7,000 undergraduate and 9,000 graduate students pursue studies at Stanford each year.</a:t>
            </a:r>
          </a:p>
        </p:txBody>
      </p:sp>
      <p:pic>
        <p:nvPicPr>
          <p:cNvPr id="9" name="Picture Placeholder 8">
            <a:extLst>
              <a:ext uri="{FF2B5EF4-FFF2-40B4-BE49-F238E27FC236}">
                <a16:creationId xmlns:a16="http://schemas.microsoft.com/office/drawing/2014/main" id="{7F20C458-FAD4-B38A-AAA2-A8C795A61EE7}"/>
              </a:ext>
            </a:extLst>
          </p:cNvPr>
          <p:cNvPicPr>
            <a:picLocks noGrp="1" noChangeAspect="1"/>
          </p:cNvPicPr>
          <p:nvPr>
            <p:ph type="pic" sz="quarter" idx="13"/>
          </p:nvPr>
        </p:nvPicPr>
        <p:blipFill>
          <a:blip r:embed="rId2"/>
          <a:srcRect l="196" r="196"/>
          <a:stretch/>
        </p:blipFill>
        <p:spPr/>
      </p:pic>
      <p:sp>
        <p:nvSpPr>
          <p:cNvPr id="2" name="Slide Number Placeholder 1">
            <a:extLst>
              <a:ext uri="{FF2B5EF4-FFF2-40B4-BE49-F238E27FC236}">
                <a16:creationId xmlns:a16="http://schemas.microsoft.com/office/drawing/2014/main" id="{102F5201-1818-4716-3C79-884205AEE736}"/>
              </a:ext>
            </a:extLst>
          </p:cNvPr>
          <p:cNvSpPr>
            <a:spLocks noGrp="1"/>
          </p:cNvSpPr>
          <p:nvPr>
            <p:ph type="sldNum" sz="quarter" idx="12"/>
          </p:nvPr>
        </p:nvSpPr>
        <p:spPr/>
        <p:txBody>
          <a:bodyPr/>
          <a:lstStyle/>
          <a:p>
            <a:fld id="{177CE274-8713-884F-B04F-B6B90AF41963}" type="slidenum">
              <a:rPr lang="en-US" smtClean="0"/>
              <a:pPr/>
              <a:t>5</a:t>
            </a:fld>
            <a:endParaRPr lang="en-US"/>
          </a:p>
        </p:txBody>
      </p:sp>
    </p:spTree>
    <p:extLst>
      <p:ext uri="{BB962C8B-B14F-4D97-AF65-F5344CB8AC3E}">
        <p14:creationId xmlns:p14="http://schemas.microsoft.com/office/powerpoint/2010/main" val="2348208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F6D87B-83C4-ADDA-D3B9-B332F0FB6333}"/>
              </a:ext>
            </a:extLst>
          </p:cNvPr>
          <p:cNvSpPr>
            <a:spLocks noGrp="1"/>
          </p:cNvSpPr>
          <p:nvPr>
            <p:ph type="ctrTitle"/>
          </p:nvPr>
        </p:nvSpPr>
        <p:spPr/>
        <p:txBody>
          <a:bodyPr/>
          <a:lstStyle/>
          <a:p>
            <a:r>
              <a:rPr lang="en-US" dirty="0"/>
              <a:t>Slide Types</a:t>
            </a:r>
          </a:p>
        </p:txBody>
      </p:sp>
      <p:sp>
        <p:nvSpPr>
          <p:cNvPr id="2" name="Slide Number Placeholder 1">
            <a:extLst>
              <a:ext uri="{FF2B5EF4-FFF2-40B4-BE49-F238E27FC236}">
                <a16:creationId xmlns:a16="http://schemas.microsoft.com/office/drawing/2014/main" id="{55D69B36-3373-B854-398F-2BE2B8203C57}"/>
              </a:ext>
            </a:extLst>
          </p:cNvPr>
          <p:cNvSpPr>
            <a:spLocks noGrp="1"/>
          </p:cNvSpPr>
          <p:nvPr>
            <p:ph type="sldNum" sz="quarter" idx="12"/>
          </p:nvPr>
        </p:nvSpPr>
        <p:spPr/>
        <p:txBody>
          <a:bodyPr/>
          <a:lstStyle/>
          <a:p>
            <a:fld id="{177CE274-8713-884F-B04F-B6B90AF41963}" type="slidenum">
              <a:rPr lang="en-US" smtClean="0"/>
              <a:pPr/>
              <a:t>6</a:t>
            </a:fld>
            <a:endParaRPr lang="en-US" dirty="0"/>
          </a:p>
        </p:txBody>
      </p:sp>
    </p:spTree>
    <p:extLst>
      <p:ext uri="{BB962C8B-B14F-4D97-AF65-F5344CB8AC3E}">
        <p14:creationId xmlns:p14="http://schemas.microsoft.com/office/powerpoint/2010/main" val="920884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B7D86-389B-70E5-D410-D09563065525}"/>
              </a:ext>
            </a:extLst>
          </p:cNvPr>
          <p:cNvSpPr>
            <a:spLocks noGrp="1"/>
          </p:cNvSpPr>
          <p:nvPr>
            <p:ph type="title"/>
          </p:nvPr>
        </p:nvSpPr>
        <p:spPr/>
        <p:txBody>
          <a:bodyPr/>
          <a:lstStyle/>
          <a:p>
            <a:r>
              <a:rPr lang="en-US" dirty="0"/>
              <a:t>Types of slide layouts</a:t>
            </a:r>
          </a:p>
        </p:txBody>
      </p:sp>
      <p:sp>
        <p:nvSpPr>
          <p:cNvPr id="3" name="Content Placeholder 2">
            <a:extLst>
              <a:ext uri="{FF2B5EF4-FFF2-40B4-BE49-F238E27FC236}">
                <a16:creationId xmlns:a16="http://schemas.microsoft.com/office/drawing/2014/main" id="{F8D98C54-0D08-F845-ED99-77551E219A5B}"/>
              </a:ext>
            </a:extLst>
          </p:cNvPr>
          <p:cNvSpPr>
            <a:spLocks noGrp="1"/>
          </p:cNvSpPr>
          <p:nvPr>
            <p:ph idx="4294967295"/>
          </p:nvPr>
        </p:nvSpPr>
        <p:spPr>
          <a:xfrm>
            <a:off x="320040" y="1333500"/>
            <a:ext cx="7045036" cy="914929"/>
          </a:xfrm>
        </p:spPr>
        <p:txBody>
          <a:bodyPr/>
          <a:lstStyle/>
          <a:p>
            <a:pPr marL="0" indent="0">
              <a:buNone/>
            </a:pPr>
            <a:r>
              <a:rPr lang="en-US" dirty="0"/>
              <a:t>The slide master in this template is preloaded with many different layout options for your convenience.</a:t>
            </a:r>
          </a:p>
        </p:txBody>
      </p:sp>
      <p:pic>
        <p:nvPicPr>
          <p:cNvPr id="7" name="Picture 6">
            <a:extLst>
              <a:ext uri="{FF2B5EF4-FFF2-40B4-BE49-F238E27FC236}">
                <a16:creationId xmlns:a16="http://schemas.microsoft.com/office/drawing/2014/main" id="{005C63CB-4E9D-661E-52EA-BFDD19C098FC}"/>
              </a:ext>
            </a:extLst>
          </p:cNvPr>
          <p:cNvPicPr>
            <a:picLocks noChangeAspect="1"/>
          </p:cNvPicPr>
          <p:nvPr/>
        </p:nvPicPr>
        <p:blipFill>
          <a:blip r:embed="rId2"/>
          <a:stretch>
            <a:fillRect/>
          </a:stretch>
        </p:blipFill>
        <p:spPr>
          <a:xfrm>
            <a:off x="320040" y="2248429"/>
            <a:ext cx="4380152" cy="2804834"/>
          </a:xfrm>
          <a:prstGeom prst="rect">
            <a:avLst/>
          </a:prstGeom>
        </p:spPr>
      </p:pic>
      <p:sp>
        <p:nvSpPr>
          <p:cNvPr id="8" name="TextBox 7">
            <a:extLst>
              <a:ext uri="{FF2B5EF4-FFF2-40B4-BE49-F238E27FC236}">
                <a16:creationId xmlns:a16="http://schemas.microsoft.com/office/drawing/2014/main" id="{32DB7866-ABDB-33BF-C3A2-40337636846C}"/>
              </a:ext>
            </a:extLst>
          </p:cNvPr>
          <p:cNvSpPr txBox="1"/>
          <p:nvPr/>
        </p:nvSpPr>
        <p:spPr>
          <a:xfrm>
            <a:off x="4984378" y="4591598"/>
            <a:ext cx="3917576" cy="461665"/>
          </a:xfrm>
          <a:prstGeom prst="rect">
            <a:avLst/>
          </a:prstGeom>
          <a:noFill/>
        </p:spPr>
        <p:txBody>
          <a:bodyPr wrap="square" rtlCol="0">
            <a:spAutoFit/>
          </a:bodyPr>
          <a:lstStyle/>
          <a:p>
            <a:r>
              <a:rPr lang="en-US" sz="1200" b="1" dirty="0">
                <a:solidFill>
                  <a:schemeClr val="tx2"/>
                </a:solidFill>
              </a:rPr>
              <a:t>NOTE: </a:t>
            </a:r>
            <a:r>
              <a:rPr lang="en-US" sz="1200" dirty="0">
                <a:solidFill>
                  <a:schemeClr val="tx2"/>
                </a:solidFill>
              </a:rPr>
              <a:t>This presentation deck is formatted for 16:10, which is ideal for presentations on MacBooks and office monitors.</a:t>
            </a:r>
          </a:p>
        </p:txBody>
      </p:sp>
      <p:sp>
        <p:nvSpPr>
          <p:cNvPr id="4" name="Slide Number Placeholder 3">
            <a:extLst>
              <a:ext uri="{FF2B5EF4-FFF2-40B4-BE49-F238E27FC236}">
                <a16:creationId xmlns:a16="http://schemas.microsoft.com/office/drawing/2014/main" id="{34F3C8EE-FBDD-CD93-9E7F-A7287F67F090}"/>
              </a:ext>
            </a:extLst>
          </p:cNvPr>
          <p:cNvSpPr>
            <a:spLocks noGrp="1"/>
          </p:cNvSpPr>
          <p:nvPr>
            <p:ph type="sldNum" sz="quarter" idx="12"/>
          </p:nvPr>
        </p:nvSpPr>
        <p:spPr/>
        <p:txBody>
          <a:bodyPr/>
          <a:lstStyle/>
          <a:p>
            <a:fld id="{F7340B6C-CA73-B044-A89C-37F5E5CDE01B}" type="slidenum">
              <a:rPr lang="en-US" smtClean="0"/>
              <a:pPr/>
              <a:t>7</a:t>
            </a:fld>
            <a:endParaRPr lang="en-US" dirty="0"/>
          </a:p>
        </p:txBody>
      </p:sp>
    </p:spTree>
    <p:extLst>
      <p:ext uri="{BB962C8B-B14F-4D97-AF65-F5344CB8AC3E}">
        <p14:creationId xmlns:p14="http://schemas.microsoft.com/office/powerpoint/2010/main" val="524210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904A49-A1F8-2412-366C-04AEACE227F8}"/>
              </a:ext>
            </a:extLst>
          </p:cNvPr>
          <p:cNvSpPr>
            <a:spLocks noGrp="1"/>
          </p:cNvSpPr>
          <p:nvPr>
            <p:ph type="title"/>
          </p:nvPr>
        </p:nvSpPr>
        <p:spPr/>
        <p:txBody>
          <a:bodyPr/>
          <a:lstStyle/>
          <a:p>
            <a:r>
              <a:rPr lang="en-US" dirty="0"/>
              <a:t>Content slide – title one line</a:t>
            </a:r>
          </a:p>
        </p:txBody>
      </p:sp>
      <p:sp>
        <p:nvSpPr>
          <p:cNvPr id="5" name="Content Placeholder 4">
            <a:extLst>
              <a:ext uri="{FF2B5EF4-FFF2-40B4-BE49-F238E27FC236}">
                <a16:creationId xmlns:a16="http://schemas.microsoft.com/office/drawing/2014/main" id="{368FEAD2-B3D4-1EB5-6114-10A98D0AE5CF}"/>
              </a:ext>
            </a:extLst>
          </p:cNvPr>
          <p:cNvSpPr>
            <a:spLocks noGrp="1"/>
          </p:cNvSpPr>
          <p:nvPr>
            <p:ph idx="4294967295"/>
          </p:nvPr>
        </p:nvSpPr>
        <p:spPr/>
        <p:txBody>
          <a:bodyPr>
            <a:normAutofit/>
          </a:bodyPr>
          <a:lstStyle/>
          <a:p>
            <a:r>
              <a:rPr lang="en-US" sz="2300" dirty="0"/>
              <a:t>Text goes here.</a:t>
            </a:r>
          </a:p>
        </p:txBody>
      </p:sp>
      <p:sp>
        <p:nvSpPr>
          <p:cNvPr id="2" name="Slide Number Placeholder 1">
            <a:extLst>
              <a:ext uri="{FF2B5EF4-FFF2-40B4-BE49-F238E27FC236}">
                <a16:creationId xmlns:a16="http://schemas.microsoft.com/office/drawing/2014/main" id="{2E790E21-7BFC-BE70-9ADB-AB7A1D0478A5}"/>
              </a:ext>
            </a:extLst>
          </p:cNvPr>
          <p:cNvSpPr>
            <a:spLocks noGrp="1"/>
          </p:cNvSpPr>
          <p:nvPr>
            <p:ph type="sldNum" sz="quarter" idx="12"/>
          </p:nvPr>
        </p:nvSpPr>
        <p:spPr/>
        <p:txBody>
          <a:bodyPr/>
          <a:lstStyle/>
          <a:p>
            <a:fld id="{177CE274-8713-884F-B04F-B6B90AF41963}" type="slidenum">
              <a:rPr lang="en-US" smtClean="0"/>
              <a:pPr/>
              <a:t>8</a:t>
            </a:fld>
            <a:endParaRPr lang="en-US"/>
          </a:p>
        </p:txBody>
      </p:sp>
    </p:spTree>
    <p:extLst>
      <p:ext uri="{BB962C8B-B14F-4D97-AF65-F5344CB8AC3E}">
        <p14:creationId xmlns:p14="http://schemas.microsoft.com/office/powerpoint/2010/main" val="1539694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DF2247-5F86-397A-E251-61F0547A6BB1}"/>
              </a:ext>
            </a:extLst>
          </p:cNvPr>
          <p:cNvSpPr>
            <a:spLocks noGrp="1"/>
          </p:cNvSpPr>
          <p:nvPr>
            <p:ph type="title"/>
          </p:nvPr>
        </p:nvSpPr>
        <p:spPr/>
        <p:txBody>
          <a:bodyPr/>
          <a:lstStyle/>
          <a:p>
            <a:r>
              <a:rPr lang="en-US" dirty="0"/>
              <a:t>Content w/background  – title one line </a:t>
            </a:r>
          </a:p>
        </p:txBody>
      </p:sp>
      <p:sp>
        <p:nvSpPr>
          <p:cNvPr id="5" name="Content Placeholder 4">
            <a:extLst>
              <a:ext uri="{FF2B5EF4-FFF2-40B4-BE49-F238E27FC236}">
                <a16:creationId xmlns:a16="http://schemas.microsoft.com/office/drawing/2014/main" id="{C8E6F305-4F4E-AB0A-EE95-75CF1E9F5DCD}"/>
              </a:ext>
            </a:extLst>
          </p:cNvPr>
          <p:cNvSpPr>
            <a:spLocks noGrp="1"/>
          </p:cNvSpPr>
          <p:nvPr>
            <p:ph idx="4294967295"/>
          </p:nvPr>
        </p:nvSpPr>
        <p:spPr>
          <a:xfrm>
            <a:off x="320040" y="1482990"/>
            <a:ext cx="8503920" cy="3657600"/>
          </a:xfrm>
        </p:spPr>
        <p:txBody>
          <a:bodyPr/>
          <a:lstStyle/>
          <a:p>
            <a:r>
              <a:rPr lang="en-US" dirty="0"/>
              <a:t>Text goes here.</a:t>
            </a:r>
          </a:p>
        </p:txBody>
      </p:sp>
      <p:sp>
        <p:nvSpPr>
          <p:cNvPr id="2" name="Slide Number Placeholder 1">
            <a:extLst>
              <a:ext uri="{FF2B5EF4-FFF2-40B4-BE49-F238E27FC236}">
                <a16:creationId xmlns:a16="http://schemas.microsoft.com/office/drawing/2014/main" id="{5E57D00D-5A35-40FC-D62D-485E839F9DF8}"/>
              </a:ext>
            </a:extLst>
          </p:cNvPr>
          <p:cNvSpPr>
            <a:spLocks noGrp="1"/>
          </p:cNvSpPr>
          <p:nvPr>
            <p:ph type="sldNum" sz="quarter" idx="12"/>
          </p:nvPr>
        </p:nvSpPr>
        <p:spPr/>
        <p:txBody>
          <a:bodyPr/>
          <a:lstStyle/>
          <a:p>
            <a:fld id="{F7340B6C-CA73-B044-A89C-37F5E5CDE01B}" type="slidenum">
              <a:rPr lang="en-US" smtClean="0"/>
              <a:pPr/>
              <a:t>9</a:t>
            </a:fld>
            <a:endParaRPr lang="en-US" dirty="0"/>
          </a:p>
        </p:txBody>
      </p:sp>
    </p:spTree>
    <p:extLst>
      <p:ext uri="{BB962C8B-B14F-4D97-AF65-F5344CB8AC3E}">
        <p14:creationId xmlns:p14="http://schemas.microsoft.com/office/powerpoint/2010/main" val="584653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42EC73-41C4-1D41-F315-DDD17EAA9042}"/>
              </a:ext>
            </a:extLst>
          </p:cNvPr>
          <p:cNvSpPr>
            <a:spLocks noGrp="1"/>
          </p:cNvSpPr>
          <p:nvPr>
            <p:ph type="title"/>
          </p:nvPr>
        </p:nvSpPr>
        <p:spPr/>
        <p:txBody>
          <a:bodyPr/>
          <a:lstStyle/>
          <a:p>
            <a:r>
              <a:rPr lang="en-US" dirty="0"/>
              <a:t>Content slide w/image</a:t>
            </a:r>
          </a:p>
        </p:txBody>
      </p:sp>
      <p:sp>
        <p:nvSpPr>
          <p:cNvPr id="2" name="Slide Number Placeholder 1">
            <a:extLst>
              <a:ext uri="{FF2B5EF4-FFF2-40B4-BE49-F238E27FC236}">
                <a16:creationId xmlns:a16="http://schemas.microsoft.com/office/drawing/2014/main" id="{29B32AE1-CE8C-DC04-698A-1E2D06620AB0}"/>
              </a:ext>
            </a:extLst>
          </p:cNvPr>
          <p:cNvSpPr>
            <a:spLocks noGrp="1"/>
          </p:cNvSpPr>
          <p:nvPr>
            <p:ph type="sldNum" sz="quarter" idx="12"/>
          </p:nvPr>
        </p:nvSpPr>
        <p:spPr/>
        <p:txBody>
          <a:bodyPr/>
          <a:lstStyle/>
          <a:p>
            <a:fld id="{177CE274-8713-884F-B04F-B6B90AF41963}" type="slidenum">
              <a:rPr lang="en-US" smtClean="0"/>
              <a:pPr/>
              <a:t>10</a:t>
            </a:fld>
            <a:endParaRPr lang="en-US"/>
          </a:p>
        </p:txBody>
      </p:sp>
      <p:sp>
        <p:nvSpPr>
          <p:cNvPr id="5" name="Content Placeholder 4">
            <a:extLst>
              <a:ext uri="{FF2B5EF4-FFF2-40B4-BE49-F238E27FC236}">
                <a16:creationId xmlns:a16="http://schemas.microsoft.com/office/drawing/2014/main" id="{A676DAA0-B03C-D4E2-E7EA-DBAA408A8274}"/>
              </a:ext>
            </a:extLst>
          </p:cNvPr>
          <p:cNvSpPr>
            <a:spLocks noGrp="1"/>
          </p:cNvSpPr>
          <p:nvPr>
            <p:ph type="body" sz="quarter" idx="14"/>
          </p:nvPr>
        </p:nvSpPr>
        <p:spPr/>
        <p:txBody>
          <a:bodyPr/>
          <a:lstStyle/>
          <a:p>
            <a:r>
              <a:rPr lang="en-US" dirty="0"/>
              <a:t>Text goes here.</a:t>
            </a:r>
          </a:p>
        </p:txBody>
      </p:sp>
      <p:sp>
        <p:nvSpPr>
          <p:cNvPr id="11" name="Picture Placeholder 10">
            <a:extLst>
              <a:ext uri="{FF2B5EF4-FFF2-40B4-BE49-F238E27FC236}">
                <a16:creationId xmlns:a16="http://schemas.microsoft.com/office/drawing/2014/main" id="{3979407D-0ABA-28C6-7A82-B65DAA4F7488}"/>
              </a:ext>
            </a:extLst>
          </p:cNvPr>
          <p:cNvSpPr>
            <a:spLocks noGrp="1"/>
          </p:cNvSpPr>
          <p:nvPr>
            <p:ph type="pic" sz="quarter" idx="13"/>
          </p:nvPr>
        </p:nvSpPr>
        <p:spPr/>
        <p:txBody>
          <a:bodyPr/>
          <a:lstStyle/>
          <a:p>
            <a:endParaRPr lang="en-US"/>
          </a:p>
        </p:txBody>
      </p:sp>
    </p:spTree>
    <p:extLst>
      <p:ext uri="{BB962C8B-B14F-4D97-AF65-F5344CB8AC3E}">
        <p14:creationId xmlns:p14="http://schemas.microsoft.com/office/powerpoint/2010/main" val="2961259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7FB72C-FDB2-CFBD-F7DC-4131E56C2D33}"/>
              </a:ext>
            </a:extLst>
          </p:cNvPr>
          <p:cNvSpPr>
            <a:spLocks noGrp="1"/>
          </p:cNvSpPr>
          <p:nvPr>
            <p:ph type="title"/>
          </p:nvPr>
        </p:nvSpPr>
        <p:spPr/>
        <p:txBody>
          <a:bodyPr/>
          <a:lstStyle/>
          <a:p>
            <a:r>
              <a:rPr lang="en-US" dirty="0"/>
              <a:t>Comparison slide w/two columns</a:t>
            </a:r>
          </a:p>
        </p:txBody>
      </p:sp>
      <p:sp>
        <p:nvSpPr>
          <p:cNvPr id="6" name="Content Placeholder 5">
            <a:extLst>
              <a:ext uri="{FF2B5EF4-FFF2-40B4-BE49-F238E27FC236}">
                <a16:creationId xmlns:a16="http://schemas.microsoft.com/office/drawing/2014/main" id="{DAFF34DC-D821-0AB7-71F2-6BF02DA02F18}"/>
              </a:ext>
            </a:extLst>
          </p:cNvPr>
          <p:cNvSpPr>
            <a:spLocks noGrp="1"/>
          </p:cNvSpPr>
          <p:nvPr>
            <p:ph sz="half" idx="4294967295"/>
          </p:nvPr>
        </p:nvSpPr>
        <p:spPr>
          <a:xfrm>
            <a:off x="320040" y="1368690"/>
            <a:ext cx="4194810" cy="3778779"/>
          </a:xfrm>
        </p:spPr>
        <p:txBody>
          <a:bodyPr/>
          <a:lstStyle/>
          <a:p>
            <a:r>
              <a:rPr lang="en-US" dirty="0"/>
              <a:t>Text goes here.</a:t>
            </a:r>
          </a:p>
        </p:txBody>
      </p:sp>
      <p:sp>
        <p:nvSpPr>
          <p:cNvPr id="7" name="Content Placeholder 6">
            <a:extLst>
              <a:ext uri="{FF2B5EF4-FFF2-40B4-BE49-F238E27FC236}">
                <a16:creationId xmlns:a16="http://schemas.microsoft.com/office/drawing/2014/main" id="{235592A2-7CF2-2B66-89E6-CC3B5C5EF821}"/>
              </a:ext>
            </a:extLst>
          </p:cNvPr>
          <p:cNvSpPr>
            <a:spLocks noGrp="1"/>
          </p:cNvSpPr>
          <p:nvPr>
            <p:ph sz="half" idx="4294967295"/>
          </p:nvPr>
        </p:nvSpPr>
        <p:spPr>
          <a:xfrm>
            <a:off x="4629149" y="1368690"/>
            <a:ext cx="4194809" cy="3778779"/>
          </a:xfrm>
        </p:spPr>
        <p:txBody>
          <a:bodyPr/>
          <a:lstStyle/>
          <a:p>
            <a:r>
              <a:rPr lang="en-US" dirty="0"/>
              <a:t>Text goes here.</a:t>
            </a:r>
          </a:p>
        </p:txBody>
      </p:sp>
      <p:sp>
        <p:nvSpPr>
          <p:cNvPr id="2" name="Slide Number Placeholder 1">
            <a:extLst>
              <a:ext uri="{FF2B5EF4-FFF2-40B4-BE49-F238E27FC236}">
                <a16:creationId xmlns:a16="http://schemas.microsoft.com/office/drawing/2014/main" id="{1DB77D16-4C52-9A70-63C2-435DDA38209C}"/>
              </a:ext>
            </a:extLst>
          </p:cNvPr>
          <p:cNvSpPr>
            <a:spLocks noGrp="1"/>
          </p:cNvSpPr>
          <p:nvPr>
            <p:ph type="sldNum" sz="quarter" idx="12"/>
          </p:nvPr>
        </p:nvSpPr>
        <p:spPr/>
        <p:txBody>
          <a:bodyPr/>
          <a:lstStyle/>
          <a:p>
            <a:fld id="{177CE274-8713-884F-B04F-B6B90AF41963}" type="slidenum">
              <a:rPr lang="en-US" smtClean="0"/>
              <a:t>11</a:t>
            </a:fld>
            <a:endParaRPr lang="en-US"/>
          </a:p>
        </p:txBody>
      </p:sp>
    </p:spTree>
    <p:extLst>
      <p:ext uri="{BB962C8B-B14F-4D97-AF65-F5344CB8AC3E}">
        <p14:creationId xmlns:p14="http://schemas.microsoft.com/office/powerpoint/2010/main" val="71356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960BFA-6267-AA87-A66F-23DEB4474EBE}"/>
              </a:ext>
            </a:extLst>
          </p:cNvPr>
          <p:cNvSpPr>
            <a:spLocks noGrp="1"/>
          </p:cNvSpPr>
          <p:nvPr>
            <p:ph type="title"/>
          </p:nvPr>
        </p:nvSpPr>
        <p:spPr/>
        <p:txBody>
          <a:bodyPr/>
          <a:lstStyle/>
          <a:p>
            <a:r>
              <a:rPr lang="en-US" dirty="0"/>
              <a:t>Objective slide – title one line </a:t>
            </a:r>
          </a:p>
        </p:txBody>
      </p:sp>
      <p:sp>
        <p:nvSpPr>
          <p:cNvPr id="6" name="Content Placeholder 5">
            <a:extLst>
              <a:ext uri="{FF2B5EF4-FFF2-40B4-BE49-F238E27FC236}">
                <a16:creationId xmlns:a16="http://schemas.microsoft.com/office/drawing/2014/main" id="{74F779A5-7C1A-094D-56FC-9D19E1494C17}"/>
              </a:ext>
            </a:extLst>
          </p:cNvPr>
          <p:cNvSpPr>
            <a:spLocks noGrp="1"/>
          </p:cNvSpPr>
          <p:nvPr>
            <p:ph idx="15"/>
          </p:nvPr>
        </p:nvSpPr>
        <p:spPr/>
        <p:txBody>
          <a:bodyPr/>
          <a:lstStyle/>
          <a:p>
            <a:pPr marL="0" indent="0">
              <a:buNone/>
            </a:pPr>
            <a:r>
              <a:rPr lang="en-US" dirty="0"/>
              <a:t>Text goes here.</a:t>
            </a:r>
          </a:p>
          <a:p>
            <a:pPr marL="0" indent="0">
              <a:buNone/>
            </a:pPr>
            <a:endParaRPr lang="en-US" dirty="0"/>
          </a:p>
        </p:txBody>
      </p:sp>
      <p:sp>
        <p:nvSpPr>
          <p:cNvPr id="7" name="Content Placeholder 6">
            <a:extLst>
              <a:ext uri="{FF2B5EF4-FFF2-40B4-BE49-F238E27FC236}">
                <a16:creationId xmlns:a16="http://schemas.microsoft.com/office/drawing/2014/main" id="{99F18888-700B-198E-1BEB-01C5BDC6C075}"/>
              </a:ext>
            </a:extLst>
          </p:cNvPr>
          <p:cNvSpPr>
            <a:spLocks noGrp="1"/>
          </p:cNvSpPr>
          <p:nvPr>
            <p:ph idx="16"/>
          </p:nvPr>
        </p:nvSpPr>
        <p:spPr/>
        <p:txBody>
          <a:bodyPr/>
          <a:lstStyle/>
          <a:p>
            <a:pPr marL="0" indent="0">
              <a:buNone/>
            </a:pPr>
            <a:r>
              <a:rPr lang="en-US" dirty="0"/>
              <a:t>Text goes here.</a:t>
            </a:r>
          </a:p>
          <a:p>
            <a:endParaRPr lang="en-US" dirty="0"/>
          </a:p>
        </p:txBody>
      </p:sp>
      <p:sp>
        <p:nvSpPr>
          <p:cNvPr id="8" name="Content Placeholder 7">
            <a:extLst>
              <a:ext uri="{FF2B5EF4-FFF2-40B4-BE49-F238E27FC236}">
                <a16:creationId xmlns:a16="http://schemas.microsoft.com/office/drawing/2014/main" id="{388A07A0-CC25-1790-FC71-0F4B40AA59E5}"/>
              </a:ext>
            </a:extLst>
          </p:cNvPr>
          <p:cNvSpPr>
            <a:spLocks noGrp="1"/>
          </p:cNvSpPr>
          <p:nvPr>
            <p:ph idx="17"/>
          </p:nvPr>
        </p:nvSpPr>
        <p:spPr/>
        <p:txBody>
          <a:bodyPr/>
          <a:lstStyle/>
          <a:p>
            <a:pPr marL="0" indent="0">
              <a:buNone/>
            </a:pPr>
            <a:r>
              <a:rPr lang="en-US" dirty="0"/>
              <a:t>Text goes here.</a:t>
            </a:r>
          </a:p>
        </p:txBody>
      </p:sp>
      <p:sp>
        <p:nvSpPr>
          <p:cNvPr id="2" name="Slide Number Placeholder 1">
            <a:extLst>
              <a:ext uri="{FF2B5EF4-FFF2-40B4-BE49-F238E27FC236}">
                <a16:creationId xmlns:a16="http://schemas.microsoft.com/office/drawing/2014/main" id="{924BBC8A-239D-5CE7-D092-0EAC759A543A}"/>
              </a:ext>
            </a:extLst>
          </p:cNvPr>
          <p:cNvSpPr>
            <a:spLocks noGrp="1"/>
          </p:cNvSpPr>
          <p:nvPr>
            <p:ph type="sldNum" sz="quarter" idx="12"/>
          </p:nvPr>
        </p:nvSpPr>
        <p:spPr/>
        <p:txBody>
          <a:bodyPr/>
          <a:lstStyle/>
          <a:p>
            <a:fld id="{F7340B6C-CA73-B044-A89C-37F5E5CDE01B}" type="slidenum">
              <a:rPr lang="en-US" smtClean="0"/>
              <a:pPr/>
              <a:t>12</a:t>
            </a:fld>
            <a:endParaRPr lang="en-US" dirty="0"/>
          </a:p>
        </p:txBody>
      </p:sp>
    </p:spTree>
    <p:extLst>
      <p:ext uri="{BB962C8B-B14F-4D97-AF65-F5344CB8AC3E}">
        <p14:creationId xmlns:p14="http://schemas.microsoft.com/office/powerpoint/2010/main" val="4256103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2F17FC8-ED1E-9F02-C34E-6E6C02DD1B91}"/>
              </a:ext>
            </a:extLst>
          </p:cNvPr>
          <p:cNvSpPr>
            <a:spLocks noGrp="1"/>
          </p:cNvSpPr>
          <p:nvPr>
            <p:ph type="title"/>
          </p:nvPr>
        </p:nvSpPr>
        <p:spPr/>
        <p:txBody>
          <a:bodyPr/>
          <a:lstStyle/>
          <a:p>
            <a:r>
              <a:rPr lang="en-US" dirty="0"/>
              <a:t>Table slide</a:t>
            </a:r>
          </a:p>
        </p:txBody>
      </p:sp>
      <p:sp>
        <p:nvSpPr>
          <p:cNvPr id="7" name="Content Placeholder 6">
            <a:extLst>
              <a:ext uri="{FF2B5EF4-FFF2-40B4-BE49-F238E27FC236}">
                <a16:creationId xmlns:a16="http://schemas.microsoft.com/office/drawing/2014/main" id="{EB826866-2609-50A1-C029-C852B98336AA}"/>
              </a:ext>
            </a:extLst>
          </p:cNvPr>
          <p:cNvSpPr>
            <a:spLocks noGrp="1"/>
          </p:cNvSpPr>
          <p:nvPr>
            <p:ph idx="4294967295"/>
          </p:nvPr>
        </p:nvSpPr>
        <p:spPr>
          <a:xfrm>
            <a:off x="320041" y="1333500"/>
            <a:ext cx="3022250" cy="3813969"/>
          </a:xfrm>
        </p:spPr>
        <p:txBody>
          <a:bodyPr/>
          <a:lstStyle/>
          <a:p>
            <a:pPr marL="0" indent="0">
              <a:buNone/>
            </a:pPr>
            <a:r>
              <a:rPr lang="en-US" dirty="0"/>
              <a:t>Tables should be clean, and content should be easily delineated using layout and brand colors when helpful.</a:t>
            </a:r>
          </a:p>
        </p:txBody>
      </p:sp>
      <p:graphicFrame>
        <p:nvGraphicFramePr>
          <p:cNvPr id="8" name="Table 8">
            <a:extLst>
              <a:ext uri="{FF2B5EF4-FFF2-40B4-BE49-F238E27FC236}">
                <a16:creationId xmlns:a16="http://schemas.microsoft.com/office/drawing/2014/main" id="{11CD1EB3-C1B5-8A0A-8F48-67B258C8E06E}"/>
              </a:ext>
            </a:extLst>
          </p:cNvPr>
          <p:cNvGraphicFramePr>
            <a:graphicFrameLocks noGrp="1"/>
          </p:cNvGraphicFramePr>
          <p:nvPr>
            <p:extLst>
              <p:ext uri="{D42A27DB-BD31-4B8C-83A1-F6EECF244321}">
                <p14:modId xmlns:p14="http://schemas.microsoft.com/office/powerpoint/2010/main" val="561309202"/>
              </p:ext>
            </p:extLst>
          </p:nvPr>
        </p:nvGraphicFramePr>
        <p:xfrm>
          <a:off x="3678225" y="1367589"/>
          <a:ext cx="4812630" cy="1112520"/>
        </p:xfrm>
        <a:graphic>
          <a:graphicData uri="http://schemas.openxmlformats.org/drawingml/2006/table">
            <a:tbl>
              <a:tblPr firstRow="1">
                <a:tableStyleId>{9D7B26C5-4107-4FEC-AEDC-1716B250A1EF}</a:tableStyleId>
              </a:tblPr>
              <a:tblGrid>
                <a:gridCol w="962526">
                  <a:extLst>
                    <a:ext uri="{9D8B030D-6E8A-4147-A177-3AD203B41FA5}">
                      <a16:colId xmlns:a16="http://schemas.microsoft.com/office/drawing/2014/main" val="3406977142"/>
                    </a:ext>
                  </a:extLst>
                </a:gridCol>
                <a:gridCol w="962526">
                  <a:extLst>
                    <a:ext uri="{9D8B030D-6E8A-4147-A177-3AD203B41FA5}">
                      <a16:colId xmlns:a16="http://schemas.microsoft.com/office/drawing/2014/main" val="1774885995"/>
                    </a:ext>
                  </a:extLst>
                </a:gridCol>
                <a:gridCol w="962526">
                  <a:extLst>
                    <a:ext uri="{9D8B030D-6E8A-4147-A177-3AD203B41FA5}">
                      <a16:colId xmlns:a16="http://schemas.microsoft.com/office/drawing/2014/main" val="2045101446"/>
                    </a:ext>
                  </a:extLst>
                </a:gridCol>
                <a:gridCol w="962526">
                  <a:extLst>
                    <a:ext uri="{9D8B030D-6E8A-4147-A177-3AD203B41FA5}">
                      <a16:colId xmlns:a16="http://schemas.microsoft.com/office/drawing/2014/main" val="3427010190"/>
                    </a:ext>
                  </a:extLst>
                </a:gridCol>
                <a:gridCol w="962526">
                  <a:extLst>
                    <a:ext uri="{9D8B030D-6E8A-4147-A177-3AD203B41FA5}">
                      <a16:colId xmlns:a16="http://schemas.microsoft.com/office/drawing/2014/main" val="156345685"/>
                    </a:ext>
                  </a:extLst>
                </a:gridCol>
              </a:tblGrid>
              <a:tr h="370840">
                <a:tc>
                  <a:txBody>
                    <a:bodyPr/>
                    <a:lstStyle/>
                    <a:p>
                      <a:r>
                        <a:rPr lang="en-US" dirty="0">
                          <a:solidFill>
                            <a:schemeClr val="accent5"/>
                          </a:solidFill>
                        </a:rPr>
                        <a:t>Header</a:t>
                      </a:r>
                    </a:p>
                  </a:txBody>
                  <a:tcPr anchor="b">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dirty="0">
                          <a:solidFill>
                            <a:schemeClr val="accent6"/>
                          </a:solidFill>
                        </a:rPr>
                        <a:t>Header</a:t>
                      </a:r>
                    </a:p>
                  </a:txBody>
                  <a:tcPr anchor="b">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dirty="0">
                          <a:solidFill>
                            <a:schemeClr val="accent4"/>
                          </a:solidFill>
                        </a:rPr>
                        <a:t>Header</a:t>
                      </a:r>
                    </a:p>
                  </a:txBody>
                  <a:tcPr anchor="b">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dirty="0">
                          <a:solidFill>
                            <a:schemeClr val="accent1"/>
                          </a:solidFill>
                        </a:rPr>
                        <a:t>Header</a:t>
                      </a:r>
                    </a:p>
                  </a:txBody>
                  <a:tcPr anchor="b">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r>
                        <a:rPr lang="en-US" dirty="0">
                          <a:solidFill>
                            <a:schemeClr val="accent3"/>
                          </a:solidFill>
                        </a:rPr>
                        <a:t>Header</a:t>
                      </a:r>
                    </a:p>
                  </a:txBody>
                  <a:tcPr anchor="b">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70725658"/>
                  </a:ext>
                </a:extLst>
              </a:tr>
              <a:tr h="370840">
                <a:tc>
                  <a:txBody>
                    <a:bodyPr/>
                    <a:lstStyle/>
                    <a:p>
                      <a:r>
                        <a:rPr lang="en-US" dirty="0">
                          <a:solidFill>
                            <a:schemeClr val="tx2"/>
                          </a:solidFill>
                        </a:rPr>
                        <a:t>Body</a:t>
                      </a:r>
                    </a:p>
                  </a:txBody>
                  <a:tcPr anchor="ctr">
                    <a:lnT w="12700" cap="flat" cmpd="sng" algn="ctr">
                      <a:solidFill>
                        <a:schemeClr val="bg1">
                          <a:lumMod val="50000"/>
                        </a:schemeClr>
                      </a:solidFill>
                      <a:prstDash val="solid"/>
                      <a:round/>
                      <a:headEnd type="none" w="med" len="med"/>
                      <a:tailEnd type="none" w="med" len="med"/>
                    </a:lnT>
                    <a:solidFill>
                      <a:schemeClr val="bg1">
                        <a:lumMod val="9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solidFill>
                            <a:schemeClr val="tx2"/>
                          </a:solidFill>
                        </a:rPr>
                        <a:t>Body</a:t>
                      </a:r>
                    </a:p>
                  </a:txBody>
                  <a:tcPr anchor="ctr">
                    <a:lnT w="12700" cap="flat" cmpd="sng" algn="ctr">
                      <a:solidFill>
                        <a:schemeClr val="bg1">
                          <a:lumMod val="50000"/>
                        </a:schemeClr>
                      </a:solidFill>
                      <a:prstDash val="solid"/>
                      <a:round/>
                      <a:headEnd type="none" w="med" len="med"/>
                      <a:tailEnd type="none" w="med" len="med"/>
                    </a:lnT>
                    <a:solidFill>
                      <a:schemeClr val="bg1">
                        <a:lumMod val="9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solidFill>
                            <a:schemeClr val="tx2"/>
                          </a:solidFill>
                        </a:rPr>
                        <a:t>Body</a:t>
                      </a:r>
                    </a:p>
                  </a:txBody>
                  <a:tcPr anchor="ctr">
                    <a:lnT w="12700" cap="flat" cmpd="sng" algn="ctr">
                      <a:solidFill>
                        <a:schemeClr val="bg1">
                          <a:lumMod val="50000"/>
                        </a:schemeClr>
                      </a:solidFill>
                      <a:prstDash val="solid"/>
                      <a:round/>
                      <a:headEnd type="none" w="med" len="med"/>
                      <a:tailEnd type="none" w="med" len="med"/>
                    </a:lnT>
                    <a:solidFill>
                      <a:schemeClr val="bg1">
                        <a:lumMod val="9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solidFill>
                            <a:schemeClr val="tx2"/>
                          </a:solidFill>
                        </a:rPr>
                        <a:t>Body</a:t>
                      </a:r>
                    </a:p>
                  </a:txBody>
                  <a:tcPr anchor="ctr">
                    <a:lnT w="12700" cap="flat" cmpd="sng" algn="ctr">
                      <a:solidFill>
                        <a:schemeClr val="bg1">
                          <a:lumMod val="50000"/>
                        </a:schemeClr>
                      </a:solidFill>
                      <a:prstDash val="solid"/>
                      <a:round/>
                      <a:headEnd type="none" w="med" len="med"/>
                      <a:tailEnd type="none" w="med" len="med"/>
                    </a:lnT>
                    <a:solidFill>
                      <a:schemeClr val="bg1">
                        <a:lumMod val="9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solidFill>
                            <a:schemeClr val="tx2"/>
                          </a:solidFill>
                        </a:rPr>
                        <a:t>Body</a:t>
                      </a:r>
                    </a:p>
                  </a:txBody>
                  <a:tcPr anchor="ctr">
                    <a:lnT w="12700" cap="flat" cmpd="sng" algn="ctr">
                      <a:solidFill>
                        <a:schemeClr val="bg1">
                          <a:lumMod val="50000"/>
                        </a:schemeClr>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val="3693668470"/>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solidFill>
                            <a:schemeClr val="tx2"/>
                          </a:solidFill>
                        </a:rPr>
                        <a:t>Body</a:t>
                      </a:r>
                    </a:p>
                  </a:txBody>
                  <a:tcPr anchor="ctr">
                    <a:lnB w="12700" cap="flat" cmpd="sng" algn="ctr">
                      <a:no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solidFill>
                            <a:schemeClr val="tx2"/>
                          </a:solidFill>
                        </a:rPr>
                        <a:t>Body</a:t>
                      </a:r>
                    </a:p>
                  </a:txBody>
                  <a:tcPr anchor="ctr">
                    <a:lnB w="12700" cap="flat" cmpd="sng" algn="ctr">
                      <a:no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solidFill>
                            <a:schemeClr val="tx2"/>
                          </a:solidFill>
                        </a:rPr>
                        <a:t>Body</a:t>
                      </a:r>
                    </a:p>
                  </a:txBody>
                  <a:tcPr anchor="ctr">
                    <a:lnB w="12700" cap="flat" cmpd="sng" algn="ctr">
                      <a:no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solidFill>
                            <a:schemeClr val="tx2"/>
                          </a:solidFill>
                        </a:rPr>
                        <a:t>Body</a:t>
                      </a:r>
                    </a:p>
                  </a:txBody>
                  <a:tcPr anchor="ctr">
                    <a:lnB w="12700" cap="flat" cmpd="sng" algn="ctr">
                      <a:no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solidFill>
                            <a:schemeClr val="tx2"/>
                          </a:solidFill>
                        </a:rPr>
                        <a:t>Body</a:t>
                      </a:r>
                    </a:p>
                  </a:txBody>
                  <a:tcPr anchor="ctr">
                    <a:lnB w="12700" cap="flat" cmpd="sng" algn="ctr">
                      <a:noFill/>
                      <a:prstDash val="solid"/>
                      <a:round/>
                      <a:headEnd type="none" w="med" len="med"/>
                      <a:tailEnd type="none" w="med" len="med"/>
                    </a:lnB>
                  </a:tcPr>
                </a:tc>
                <a:extLst>
                  <a:ext uri="{0D108BD9-81ED-4DB2-BD59-A6C34878D82A}">
                    <a16:rowId xmlns:a16="http://schemas.microsoft.com/office/drawing/2014/main" val="4088357724"/>
                  </a:ext>
                </a:extLst>
              </a:tr>
            </a:tbl>
          </a:graphicData>
        </a:graphic>
      </p:graphicFrame>
      <p:sp>
        <p:nvSpPr>
          <p:cNvPr id="2" name="Slide Number Placeholder 1">
            <a:extLst>
              <a:ext uri="{FF2B5EF4-FFF2-40B4-BE49-F238E27FC236}">
                <a16:creationId xmlns:a16="http://schemas.microsoft.com/office/drawing/2014/main" id="{28D16828-2532-0446-34D4-05DA807A09A2}"/>
              </a:ext>
            </a:extLst>
          </p:cNvPr>
          <p:cNvSpPr>
            <a:spLocks noGrp="1"/>
          </p:cNvSpPr>
          <p:nvPr>
            <p:ph type="sldNum" sz="quarter" idx="12"/>
          </p:nvPr>
        </p:nvSpPr>
        <p:spPr/>
        <p:txBody>
          <a:bodyPr/>
          <a:lstStyle/>
          <a:p>
            <a:fld id="{177CE274-8713-884F-B04F-B6B90AF41963}" type="slidenum">
              <a:rPr lang="en-US" smtClean="0"/>
              <a:pPr/>
              <a:t>13</a:t>
            </a:fld>
            <a:endParaRPr lang="en-US"/>
          </a:p>
        </p:txBody>
      </p:sp>
    </p:spTree>
    <p:extLst>
      <p:ext uri="{BB962C8B-B14F-4D97-AF65-F5344CB8AC3E}">
        <p14:creationId xmlns:p14="http://schemas.microsoft.com/office/powerpoint/2010/main" val="3754239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2F17FC8-ED1E-9F02-C34E-6E6C02DD1B91}"/>
              </a:ext>
            </a:extLst>
          </p:cNvPr>
          <p:cNvSpPr>
            <a:spLocks noGrp="1"/>
          </p:cNvSpPr>
          <p:nvPr>
            <p:ph type="title"/>
          </p:nvPr>
        </p:nvSpPr>
        <p:spPr/>
        <p:txBody>
          <a:bodyPr/>
          <a:lstStyle/>
          <a:p>
            <a:r>
              <a:rPr lang="en-US" dirty="0"/>
              <a:t>Chart slide</a:t>
            </a:r>
          </a:p>
        </p:txBody>
      </p:sp>
      <p:sp>
        <p:nvSpPr>
          <p:cNvPr id="7" name="Content Placeholder 6">
            <a:extLst>
              <a:ext uri="{FF2B5EF4-FFF2-40B4-BE49-F238E27FC236}">
                <a16:creationId xmlns:a16="http://schemas.microsoft.com/office/drawing/2014/main" id="{EB826866-2609-50A1-C029-C852B98336AA}"/>
              </a:ext>
            </a:extLst>
          </p:cNvPr>
          <p:cNvSpPr>
            <a:spLocks noGrp="1"/>
          </p:cNvSpPr>
          <p:nvPr>
            <p:ph idx="4294967295"/>
          </p:nvPr>
        </p:nvSpPr>
        <p:spPr>
          <a:xfrm>
            <a:off x="320041" y="1333500"/>
            <a:ext cx="2827605" cy="3813969"/>
          </a:xfrm>
        </p:spPr>
        <p:txBody>
          <a:bodyPr>
            <a:normAutofit/>
          </a:bodyPr>
          <a:lstStyle/>
          <a:p>
            <a:pPr marL="285750" indent="-285750">
              <a:spcAft>
                <a:spcPts val="600"/>
              </a:spcAft>
              <a:buFont typeface="Arial" panose="020B0604020202020204" pitchFamily="34" charset="0"/>
              <a:buChar char="•"/>
            </a:pPr>
            <a:r>
              <a:rPr lang="en-US" sz="2000" dirty="0"/>
              <a:t>Charts should be clear and informative, without excess graphics</a:t>
            </a:r>
          </a:p>
          <a:p>
            <a:pPr marL="285750" indent="-285750">
              <a:buFont typeface="Arial" panose="020B0604020202020204" pitchFamily="34" charset="0"/>
              <a:buChar char="•"/>
            </a:pPr>
            <a:r>
              <a:rPr lang="en-US" sz="2000" dirty="0"/>
              <a:t>Utilize flat colors as much as possible</a:t>
            </a:r>
          </a:p>
        </p:txBody>
      </p:sp>
      <p:graphicFrame>
        <p:nvGraphicFramePr>
          <p:cNvPr id="2" name="Chart 1">
            <a:extLst>
              <a:ext uri="{FF2B5EF4-FFF2-40B4-BE49-F238E27FC236}">
                <a16:creationId xmlns:a16="http://schemas.microsoft.com/office/drawing/2014/main" id="{4ACDA1D3-46B9-88D8-78AF-03826EB08CEE}"/>
              </a:ext>
            </a:extLst>
          </p:cNvPr>
          <p:cNvGraphicFramePr/>
          <p:nvPr>
            <p:extLst>
              <p:ext uri="{D42A27DB-BD31-4B8C-83A1-F6EECF244321}">
                <p14:modId xmlns:p14="http://schemas.microsoft.com/office/powerpoint/2010/main" val="2707704456"/>
              </p:ext>
            </p:extLst>
          </p:nvPr>
        </p:nvGraphicFramePr>
        <p:xfrm>
          <a:off x="3147646" y="969693"/>
          <a:ext cx="3079420" cy="417777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7A14A099-BE88-936A-EB78-03D2E394EFC5}"/>
              </a:ext>
            </a:extLst>
          </p:cNvPr>
          <p:cNvGraphicFramePr/>
          <p:nvPr>
            <p:extLst>
              <p:ext uri="{D42A27DB-BD31-4B8C-83A1-F6EECF244321}">
                <p14:modId xmlns:p14="http://schemas.microsoft.com/office/powerpoint/2010/main" val="3758527312"/>
              </p:ext>
            </p:extLst>
          </p:nvPr>
        </p:nvGraphicFramePr>
        <p:xfrm>
          <a:off x="5843016" y="2142590"/>
          <a:ext cx="3575304" cy="3004878"/>
        </p:xfrm>
        <a:graphic>
          <a:graphicData uri="http://schemas.openxmlformats.org/drawingml/2006/chart">
            <c:chart xmlns:c="http://schemas.openxmlformats.org/drawingml/2006/chart" xmlns:r="http://schemas.openxmlformats.org/officeDocument/2006/relationships" r:id="rId3"/>
          </a:graphicData>
        </a:graphic>
      </p:graphicFrame>
      <p:sp>
        <p:nvSpPr>
          <p:cNvPr id="4" name="Slide Number Placeholder 3">
            <a:extLst>
              <a:ext uri="{FF2B5EF4-FFF2-40B4-BE49-F238E27FC236}">
                <a16:creationId xmlns:a16="http://schemas.microsoft.com/office/drawing/2014/main" id="{240260F2-3DE3-B723-D32E-6B97BAA53B00}"/>
              </a:ext>
            </a:extLst>
          </p:cNvPr>
          <p:cNvSpPr>
            <a:spLocks noGrp="1"/>
          </p:cNvSpPr>
          <p:nvPr>
            <p:ph type="sldNum" sz="quarter" idx="12"/>
          </p:nvPr>
        </p:nvSpPr>
        <p:spPr/>
        <p:txBody>
          <a:bodyPr/>
          <a:lstStyle/>
          <a:p>
            <a:fld id="{177CE274-8713-884F-B04F-B6B90AF41963}" type="slidenum">
              <a:rPr lang="en-US" smtClean="0"/>
              <a:pPr/>
              <a:t>14</a:t>
            </a:fld>
            <a:endParaRPr lang="en-US"/>
          </a:p>
        </p:txBody>
      </p:sp>
    </p:spTree>
    <p:extLst>
      <p:ext uri="{BB962C8B-B14F-4D97-AF65-F5344CB8AC3E}">
        <p14:creationId xmlns:p14="http://schemas.microsoft.com/office/powerpoint/2010/main" val="881256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E375BE-69C5-1847-3A84-373EC399E37D}"/>
              </a:ext>
            </a:extLst>
          </p:cNvPr>
          <p:cNvSpPr>
            <a:spLocks noGrp="1"/>
          </p:cNvSpPr>
          <p:nvPr>
            <p:ph type="title"/>
          </p:nvPr>
        </p:nvSpPr>
        <p:spPr/>
        <p:txBody>
          <a:bodyPr/>
          <a:lstStyle/>
          <a:p>
            <a:r>
              <a:rPr lang="en-US" dirty="0"/>
              <a:t>Data slide</a:t>
            </a:r>
          </a:p>
        </p:txBody>
      </p:sp>
      <p:sp>
        <p:nvSpPr>
          <p:cNvPr id="5" name="Content Placeholder 4">
            <a:extLst>
              <a:ext uri="{FF2B5EF4-FFF2-40B4-BE49-F238E27FC236}">
                <a16:creationId xmlns:a16="http://schemas.microsoft.com/office/drawing/2014/main" id="{960E284B-C31A-70DF-D029-32F56820A716}"/>
              </a:ext>
            </a:extLst>
          </p:cNvPr>
          <p:cNvSpPr>
            <a:spLocks noGrp="1"/>
          </p:cNvSpPr>
          <p:nvPr>
            <p:ph sz="half" idx="4294967295"/>
          </p:nvPr>
        </p:nvSpPr>
        <p:spPr>
          <a:xfrm>
            <a:off x="320038" y="1368690"/>
            <a:ext cx="4023360" cy="3778779"/>
          </a:xfrm>
        </p:spPr>
        <p:txBody>
          <a:bodyPr/>
          <a:lstStyle/>
          <a:p>
            <a:pPr marL="0" indent="0">
              <a:buNone/>
            </a:pPr>
            <a:r>
              <a:rPr lang="en-US" dirty="0"/>
              <a:t>To feature detailed data sets, split the points up into an easy-to-read infographic style.</a:t>
            </a:r>
          </a:p>
        </p:txBody>
      </p:sp>
      <p:sp>
        <p:nvSpPr>
          <p:cNvPr id="9" name="Content Placeholder 8">
            <a:extLst>
              <a:ext uri="{FF2B5EF4-FFF2-40B4-BE49-F238E27FC236}">
                <a16:creationId xmlns:a16="http://schemas.microsoft.com/office/drawing/2014/main" id="{AEF025BA-0A37-F3A5-497F-BF60E8DDE2C2}"/>
              </a:ext>
            </a:extLst>
          </p:cNvPr>
          <p:cNvSpPr>
            <a:spLocks noGrp="1"/>
          </p:cNvSpPr>
          <p:nvPr>
            <p:ph sz="half" idx="2"/>
          </p:nvPr>
        </p:nvSpPr>
        <p:spPr>
          <a:xfrm>
            <a:off x="5107308" y="304272"/>
            <a:ext cx="1400175" cy="981603"/>
          </a:xfrm>
        </p:spPr>
        <p:txBody>
          <a:bodyPr>
            <a:normAutofit/>
          </a:bodyPr>
          <a:lstStyle/>
          <a:p>
            <a:pPr marL="0" indent="0">
              <a:buNone/>
            </a:pPr>
            <a:r>
              <a:rPr lang="en-US" sz="4800" dirty="0">
                <a:solidFill>
                  <a:schemeClr val="accent5"/>
                </a:solidFill>
              </a:rPr>
              <a:t>84%</a:t>
            </a:r>
          </a:p>
          <a:p>
            <a:pPr marL="0" indent="0">
              <a:spcBef>
                <a:spcPts val="0"/>
              </a:spcBef>
              <a:buNone/>
            </a:pPr>
            <a:r>
              <a:rPr lang="en-US" sz="1600" dirty="0"/>
              <a:t>Descriptor</a:t>
            </a:r>
          </a:p>
          <a:p>
            <a:pPr marL="0" indent="0">
              <a:buNone/>
            </a:pPr>
            <a:endParaRPr lang="en-US" sz="1600" dirty="0"/>
          </a:p>
        </p:txBody>
      </p:sp>
      <p:sp>
        <p:nvSpPr>
          <p:cNvPr id="10" name="Content Placeholder 8">
            <a:extLst>
              <a:ext uri="{FF2B5EF4-FFF2-40B4-BE49-F238E27FC236}">
                <a16:creationId xmlns:a16="http://schemas.microsoft.com/office/drawing/2014/main" id="{4B134C7C-C5FC-7CFF-3F56-299F7CAFB998}"/>
              </a:ext>
            </a:extLst>
          </p:cNvPr>
          <p:cNvSpPr txBox="1">
            <a:spLocks/>
          </p:cNvSpPr>
          <p:nvPr/>
        </p:nvSpPr>
        <p:spPr>
          <a:xfrm>
            <a:off x="5107308" y="1694922"/>
            <a:ext cx="1400175" cy="981603"/>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300" b="0" i="0" kern="1200">
                <a:solidFill>
                  <a:schemeClr val="tx2"/>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4800" dirty="0">
                <a:solidFill>
                  <a:schemeClr val="accent6"/>
                </a:solidFill>
              </a:rPr>
              <a:t>1,065</a:t>
            </a:r>
          </a:p>
          <a:p>
            <a:pPr marL="0" indent="0">
              <a:spcBef>
                <a:spcPts val="0"/>
              </a:spcBef>
              <a:buFont typeface="Arial" panose="020B0604020202020204" pitchFamily="34" charset="0"/>
              <a:buNone/>
            </a:pPr>
            <a:r>
              <a:rPr lang="en-US" sz="1600" dirty="0"/>
              <a:t>Descriptor</a:t>
            </a:r>
          </a:p>
          <a:p>
            <a:pPr marL="0" indent="0">
              <a:buFont typeface="Arial" panose="020B0604020202020204" pitchFamily="34" charset="0"/>
              <a:buNone/>
            </a:pPr>
            <a:endParaRPr lang="en-US" sz="1600" dirty="0"/>
          </a:p>
        </p:txBody>
      </p:sp>
      <p:sp>
        <p:nvSpPr>
          <p:cNvPr id="11" name="Content Placeholder 8">
            <a:extLst>
              <a:ext uri="{FF2B5EF4-FFF2-40B4-BE49-F238E27FC236}">
                <a16:creationId xmlns:a16="http://schemas.microsoft.com/office/drawing/2014/main" id="{89EF3C40-1370-128C-5B60-5E8BC9B05CFF}"/>
              </a:ext>
            </a:extLst>
          </p:cNvPr>
          <p:cNvSpPr txBox="1">
            <a:spLocks/>
          </p:cNvSpPr>
          <p:nvPr/>
        </p:nvSpPr>
        <p:spPr>
          <a:xfrm>
            <a:off x="5107308" y="3258079"/>
            <a:ext cx="1400175" cy="981603"/>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300" b="0" i="0" kern="1200">
                <a:solidFill>
                  <a:schemeClr val="tx2"/>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4800" dirty="0">
                <a:solidFill>
                  <a:schemeClr val="accent4"/>
                </a:solidFill>
              </a:rPr>
              <a:t>4.0</a:t>
            </a:r>
          </a:p>
          <a:p>
            <a:pPr marL="0" indent="0">
              <a:spcBef>
                <a:spcPts val="0"/>
              </a:spcBef>
              <a:buFont typeface="Arial" panose="020B0604020202020204" pitchFamily="34" charset="0"/>
              <a:buNone/>
            </a:pPr>
            <a:r>
              <a:rPr lang="en-US" sz="1600" dirty="0"/>
              <a:t>Descriptor</a:t>
            </a:r>
          </a:p>
          <a:p>
            <a:pPr marL="0" indent="0">
              <a:buFont typeface="Arial" panose="020B0604020202020204" pitchFamily="34" charset="0"/>
              <a:buNone/>
            </a:pPr>
            <a:endParaRPr lang="en-US" sz="1600" dirty="0"/>
          </a:p>
        </p:txBody>
      </p:sp>
      <p:cxnSp>
        <p:nvCxnSpPr>
          <p:cNvPr id="13" name="Straight Connector 12">
            <a:extLst>
              <a:ext uri="{FF2B5EF4-FFF2-40B4-BE49-F238E27FC236}">
                <a16:creationId xmlns:a16="http://schemas.microsoft.com/office/drawing/2014/main" id="{44400FD6-47BC-B0AA-E210-CF7710B408E2}"/>
              </a:ext>
            </a:extLst>
          </p:cNvPr>
          <p:cNvCxnSpPr/>
          <p:nvPr/>
        </p:nvCxnSpPr>
        <p:spPr>
          <a:xfrm>
            <a:off x="4945388" y="466725"/>
            <a:ext cx="0" cy="75247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285D0DB-AA9B-A63F-636D-AE8D3155CFE8}"/>
              </a:ext>
            </a:extLst>
          </p:cNvPr>
          <p:cNvCxnSpPr/>
          <p:nvPr/>
        </p:nvCxnSpPr>
        <p:spPr>
          <a:xfrm>
            <a:off x="4945388" y="1809485"/>
            <a:ext cx="0" cy="75247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BF97A12-24C3-E8A1-D1EE-2848975F2007}"/>
              </a:ext>
            </a:extLst>
          </p:cNvPr>
          <p:cNvCxnSpPr/>
          <p:nvPr/>
        </p:nvCxnSpPr>
        <p:spPr>
          <a:xfrm>
            <a:off x="4954917" y="3372642"/>
            <a:ext cx="0" cy="75247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 name="Content Placeholder 8">
            <a:extLst>
              <a:ext uri="{FF2B5EF4-FFF2-40B4-BE49-F238E27FC236}">
                <a16:creationId xmlns:a16="http://schemas.microsoft.com/office/drawing/2014/main" id="{1C657374-117B-0F95-ADEE-D546CE90A7B0}"/>
              </a:ext>
            </a:extLst>
          </p:cNvPr>
          <p:cNvSpPr txBox="1">
            <a:spLocks/>
          </p:cNvSpPr>
          <p:nvPr/>
        </p:nvSpPr>
        <p:spPr>
          <a:xfrm>
            <a:off x="7423785" y="304272"/>
            <a:ext cx="1400175" cy="981603"/>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300" b="0" i="0" kern="1200">
                <a:solidFill>
                  <a:schemeClr val="tx2"/>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4800" dirty="0">
                <a:solidFill>
                  <a:schemeClr val="accent1"/>
                </a:solidFill>
              </a:rPr>
              <a:t>205</a:t>
            </a:r>
          </a:p>
          <a:p>
            <a:pPr marL="0" indent="0">
              <a:spcBef>
                <a:spcPts val="0"/>
              </a:spcBef>
              <a:buFont typeface="Arial" panose="020B0604020202020204" pitchFamily="34" charset="0"/>
              <a:buNone/>
            </a:pPr>
            <a:r>
              <a:rPr lang="en-US" sz="1600" dirty="0"/>
              <a:t>Descriptor</a:t>
            </a:r>
          </a:p>
          <a:p>
            <a:pPr marL="0" indent="0">
              <a:buFont typeface="Arial" panose="020B0604020202020204" pitchFamily="34" charset="0"/>
              <a:buNone/>
            </a:pPr>
            <a:endParaRPr lang="en-US" sz="1600" dirty="0"/>
          </a:p>
        </p:txBody>
      </p:sp>
      <p:sp>
        <p:nvSpPr>
          <p:cNvPr id="17" name="Content Placeholder 8">
            <a:extLst>
              <a:ext uri="{FF2B5EF4-FFF2-40B4-BE49-F238E27FC236}">
                <a16:creationId xmlns:a16="http://schemas.microsoft.com/office/drawing/2014/main" id="{0768407B-FB94-11BD-86D0-73B57BEFD81F}"/>
              </a:ext>
            </a:extLst>
          </p:cNvPr>
          <p:cNvSpPr txBox="1">
            <a:spLocks/>
          </p:cNvSpPr>
          <p:nvPr/>
        </p:nvSpPr>
        <p:spPr>
          <a:xfrm>
            <a:off x="7423785" y="1694922"/>
            <a:ext cx="1400175" cy="981603"/>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300" b="0" i="0" kern="1200">
                <a:solidFill>
                  <a:schemeClr val="tx2"/>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4800" dirty="0">
                <a:solidFill>
                  <a:schemeClr val="accent2"/>
                </a:solidFill>
              </a:rPr>
              <a:t>4.8</a:t>
            </a:r>
          </a:p>
          <a:p>
            <a:pPr marL="0" indent="0">
              <a:spcBef>
                <a:spcPts val="0"/>
              </a:spcBef>
              <a:buFont typeface="Arial" panose="020B0604020202020204" pitchFamily="34" charset="0"/>
              <a:buNone/>
            </a:pPr>
            <a:r>
              <a:rPr lang="en-US" sz="1600" dirty="0"/>
              <a:t>Descriptor</a:t>
            </a:r>
          </a:p>
          <a:p>
            <a:pPr marL="0" indent="0">
              <a:buFont typeface="Arial" panose="020B0604020202020204" pitchFamily="34" charset="0"/>
              <a:buNone/>
            </a:pPr>
            <a:endParaRPr lang="en-US" sz="1600" dirty="0"/>
          </a:p>
        </p:txBody>
      </p:sp>
      <p:sp>
        <p:nvSpPr>
          <p:cNvPr id="18" name="Content Placeholder 8">
            <a:extLst>
              <a:ext uri="{FF2B5EF4-FFF2-40B4-BE49-F238E27FC236}">
                <a16:creationId xmlns:a16="http://schemas.microsoft.com/office/drawing/2014/main" id="{CAB32B5A-1844-D6DC-F8E9-6FD93DD46A98}"/>
              </a:ext>
            </a:extLst>
          </p:cNvPr>
          <p:cNvSpPr txBox="1">
            <a:spLocks/>
          </p:cNvSpPr>
          <p:nvPr/>
        </p:nvSpPr>
        <p:spPr>
          <a:xfrm>
            <a:off x="7423785" y="3258079"/>
            <a:ext cx="1400175" cy="981603"/>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300" b="0" i="0" kern="1200">
                <a:solidFill>
                  <a:schemeClr val="tx2"/>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2"/>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4800" dirty="0">
                <a:solidFill>
                  <a:schemeClr val="accent3"/>
                </a:solidFill>
              </a:rPr>
              <a:t>24%</a:t>
            </a:r>
          </a:p>
          <a:p>
            <a:pPr marL="0" indent="0">
              <a:spcBef>
                <a:spcPts val="0"/>
              </a:spcBef>
              <a:buFont typeface="Arial" panose="020B0604020202020204" pitchFamily="34" charset="0"/>
              <a:buNone/>
            </a:pPr>
            <a:r>
              <a:rPr lang="en-US" sz="1600" dirty="0"/>
              <a:t>Descriptor</a:t>
            </a:r>
          </a:p>
          <a:p>
            <a:pPr marL="0" indent="0">
              <a:buFont typeface="Arial" panose="020B0604020202020204" pitchFamily="34" charset="0"/>
              <a:buNone/>
            </a:pPr>
            <a:endParaRPr lang="en-US" sz="1600" dirty="0"/>
          </a:p>
        </p:txBody>
      </p:sp>
      <p:cxnSp>
        <p:nvCxnSpPr>
          <p:cNvPr id="19" name="Straight Connector 18">
            <a:extLst>
              <a:ext uri="{FF2B5EF4-FFF2-40B4-BE49-F238E27FC236}">
                <a16:creationId xmlns:a16="http://schemas.microsoft.com/office/drawing/2014/main" id="{2F70992B-CCE3-C3E0-B26E-783C407C7FA0}"/>
              </a:ext>
            </a:extLst>
          </p:cNvPr>
          <p:cNvCxnSpPr/>
          <p:nvPr/>
        </p:nvCxnSpPr>
        <p:spPr>
          <a:xfrm>
            <a:off x="7261865" y="466725"/>
            <a:ext cx="0" cy="75247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2D676B5-C495-970D-D4C0-235DFFE0FC65}"/>
              </a:ext>
            </a:extLst>
          </p:cNvPr>
          <p:cNvCxnSpPr/>
          <p:nvPr/>
        </p:nvCxnSpPr>
        <p:spPr>
          <a:xfrm>
            <a:off x="7261865" y="1809485"/>
            <a:ext cx="0" cy="75247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5F06B14-7785-BEEC-69A9-36CC058C509B}"/>
              </a:ext>
            </a:extLst>
          </p:cNvPr>
          <p:cNvCxnSpPr/>
          <p:nvPr/>
        </p:nvCxnSpPr>
        <p:spPr>
          <a:xfrm>
            <a:off x="7271394" y="3372642"/>
            <a:ext cx="0" cy="75247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0A812A31-4FB7-EA48-9F4D-7CBE388DBA82}"/>
              </a:ext>
            </a:extLst>
          </p:cNvPr>
          <p:cNvSpPr>
            <a:spLocks noGrp="1"/>
          </p:cNvSpPr>
          <p:nvPr>
            <p:ph type="sldNum" sz="quarter" idx="12"/>
          </p:nvPr>
        </p:nvSpPr>
        <p:spPr/>
        <p:txBody>
          <a:bodyPr/>
          <a:lstStyle/>
          <a:p>
            <a:fld id="{177CE274-8713-884F-B04F-B6B90AF41963}" type="slidenum">
              <a:rPr lang="en-US" smtClean="0"/>
              <a:t>15</a:t>
            </a:fld>
            <a:endParaRPr lang="en-US"/>
          </a:p>
        </p:txBody>
      </p:sp>
    </p:spTree>
    <p:extLst>
      <p:ext uri="{BB962C8B-B14F-4D97-AF65-F5344CB8AC3E}">
        <p14:creationId xmlns:p14="http://schemas.microsoft.com/office/powerpoint/2010/main" val="2216852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3E97E-54BA-B13A-DC5D-38116D9F6EAB}"/>
              </a:ext>
            </a:extLst>
          </p:cNvPr>
          <p:cNvSpPr>
            <a:spLocks noGrp="1"/>
          </p:cNvSpPr>
          <p:nvPr>
            <p:ph type="ctrTitle"/>
          </p:nvPr>
        </p:nvSpPr>
        <p:spPr/>
        <p:txBody>
          <a:bodyPr/>
          <a:lstStyle/>
          <a:p>
            <a:r>
              <a:rPr lang="en-US" dirty="0"/>
              <a:t>Thank You</a:t>
            </a:r>
          </a:p>
        </p:txBody>
      </p:sp>
      <p:sp>
        <p:nvSpPr>
          <p:cNvPr id="3" name="Slide Number Placeholder 2">
            <a:extLst>
              <a:ext uri="{FF2B5EF4-FFF2-40B4-BE49-F238E27FC236}">
                <a16:creationId xmlns:a16="http://schemas.microsoft.com/office/drawing/2014/main" id="{4323C1ED-C1BE-B30F-8CE7-0655F82DD2E0}"/>
              </a:ext>
            </a:extLst>
          </p:cNvPr>
          <p:cNvSpPr>
            <a:spLocks noGrp="1"/>
          </p:cNvSpPr>
          <p:nvPr>
            <p:ph type="sldNum" sz="quarter" idx="12"/>
          </p:nvPr>
        </p:nvSpPr>
        <p:spPr/>
        <p:txBody>
          <a:bodyPr/>
          <a:lstStyle/>
          <a:p>
            <a:fld id="{177CE274-8713-884F-B04F-B6B90AF41963}" type="slidenum">
              <a:rPr lang="en-US" smtClean="0"/>
              <a:pPr/>
              <a:t>16</a:t>
            </a:fld>
            <a:endParaRPr lang="en-US" dirty="0"/>
          </a:p>
        </p:txBody>
      </p:sp>
    </p:spTree>
    <p:extLst>
      <p:ext uri="{BB962C8B-B14F-4D97-AF65-F5344CB8AC3E}">
        <p14:creationId xmlns:p14="http://schemas.microsoft.com/office/powerpoint/2010/main" val="2530261892"/>
      </p:ext>
    </p:extLst>
  </p:cSld>
  <p:clrMapOvr>
    <a:masterClrMapping/>
  </p:clrMapOvr>
</p:sld>
</file>

<file path=ppt/theme/theme1.xml><?xml version="1.0" encoding="utf-8"?>
<a:theme xmlns:a="http://schemas.openxmlformats.org/drawingml/2006/main" name="Office Theme">
  <a:themeElements>
    <a:clrScheme name="Stanford University">
      <a:dk1>
        <a:srgbClr val="8C1515"/>
      </a:dk1>
      <a:lt1>
        <a:srgbClr val="FFFFFF"/>
      </a:lt1>
      <a:dk2>
        <a:srgbClr val="2E2C28"/>
      </a:dk2>
      <a:lt2>
        <a:srgbClr val="E7E6E6"/>
      </a:lt2>
      <a:accent1>
        <a:srgbClr val="4198B5"/>
      </a:accent1>
      <a:accent2>
        <a:srgbClr val="FEC51D"/>
      </a:accent2>
      <a:accent3>
        <a:srgbClr val="610059"/>
      </a:accent3>
      <a:accent4>
        <a:srgbClr val="279989"/>
      </a:accent4>
      <a:accent5>
        <a:srgbClr val="E98300"/>
      </a:accent5>
      <a:accent6>
        <a:srgbClr val="175E54"/>
      </a:accent6>
      <a:hlink>
        <a:srgbClr val="007C92"/>
      </a:hlink>
      <a:folHlink>
        <a:srgbClr val="969696"/>
      </a:folHlink>
    </a:clrScheme>
    <a:fontScheme name="Office Them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_16x10_Powerpoint" id="{62E98C51-2AA8-4F47-8167-E6080D49DC4E}" vid="{496DFCDF-3C0E-AA4A-9327-F003CCCFAA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TotalTime>
  <Words>589</Words>
  <Application>Microsoft Macintosh PowerPoint</Application>
  <PresentationFormat>On-screen Show (16:10)</PresentationFormat>
  <Paragraphs>141</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Georgia</vt:lpstr>
      <vt:lpstr>Office Theme</vt:lpstr>
      <vt:lpstr>Presentation  Templates &amp; Guidelines</vt:lpstr>
      <vt:lpstr>Instructions</vt:lpstr>
      <vt:lpstr>Icons</vt:lpstr>
      <vt:lpstr>Org chart</vt:lpstr>
      <vt:lpstr>About Stanford University</vt:lpstr>
      <vt:lpstr>Slide Types</vt:lpstr>
      <vt:lpstr>Types of slide layouts</vt:lpstr>
      <vt:lpstr>Content slide – title one line</vt:lpstr>
      <vt:lpstr>Content w/background  – title one line </vt:lpstr>
      <vt:lpstr>Content slide w/image</vt:lpstr>
      <vt:lpstr>Comparison slide w/two columns</vt:lpstr>
      <vt:lpstr>Objective slide – title one line </vt:lpstr>
      <vt:lpstr>Table slide</vt:lpstr>
      <vt:lpstr>Chart slide</vt:lpstr>
      <vt:lpstr>Data slide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Templates &amp; Guidelines</dc:title>
  <dc:creator>Leah Chan</dc:creator>
  <cp:lastModifiedBy>Aishwari Sirur</cp:lastModifiedBy>
  <cp:revision>3</cp:revision>
  <dcterms:created xsi:type="dcterms:W3CDTF">2023-11-08T19:32:49Z</dcterms:created>
  <dcterms:modified xsi:type="dcterms:W3CDTF">2026-06-17T21:03:02Z</dcterms:modified>
</cp:coreProperties>
</file>